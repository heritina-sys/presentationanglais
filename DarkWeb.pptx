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9"/>
  </p:notesMasterIdLst>
  <p:sldIdLst>
    <p:sldId id="256" r:id="rId2"/>
    <p:sldId id="260" r:id="rId3"/>
    <p:sldId id="264" r:id="rId4"/>
    <p:sldId id="282" r:id="rId5"/>
    <p:sldId id="271" r:id="rId6"/>
    <p:sldId id="263" r:id="rId7"/>
    <p:sldId id="277" r:id="rId8"/>
  </p:sldIdLst>
  <p:sldSz cx="9144000" cy="5143500" type="screen16x9"/>
  <p:notesSz cx="6858000" cy="9144000"/>
  <p:embeddedFontLst>
    <p:embeddedFont>
      <p:font typeface="Raleway ExtraBold" panose="020B0604020202020204" pitchFamily="2" charset="0"/>
      <p:bold r:id="rId10"/>
      <p:boldItalic r:id="rId11"/>
    </p:embeddedFont>
    <p:embeddedFont>
      <p:font typeface="Sarabun" panose="020B0604020202020204" charset="-34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5D5D86-7C1E-4CF6-BAF4-B7AFAA866209}">
  <a:tblStyle styleId="{7D5D5D86-7C1E-4CF6-BAF4-B7AFAA8662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4" d="100"/>
          <a:sy n="84" d="100"/>
        </p:scale>
        <p:origin x="912" y="84"/>
      </p:cViewPr>
      <p:guideLst>
        <p:guide orient="horz" pos="1620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b57a8dba78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2" name="Google Shape;772;gb57a8dba78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b5823b4507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b5823b4507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b5823b4507_3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b5823b4507_3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b5823b4507_0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b5823b4507_0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b5823b450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b5823b450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b5823b450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b5823b4507_3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959619" y="4813236"/>
            <a:ext cx="2928758" cy="330255"/>
            <a:chOff x="630675" y="2141575"/>
            <a:chExt cx="7952100" cy="896700"/>
          </a:xfrm>
        </p:grpSpPr>
        <p:sp>
          <p:nvSpPr>
            <p:cNvPr id="11" name="Google Shape;11;p2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2"/>
          <p:cNvGrpSpPr/>
          <p:nvPr/>
        </p:nvGrpSpPr>
        <p:grpSpPr>
          <a:xfrm>
            <a:off x="731925" y="4521875"/>
            <a:ext cx="2924025" cy="163500"/>
            <a:chOff x="731925" y="4521875"/>
            <a:chExt cx="2924025" cy="163500"/>
          </a:xfrm>
        </p:grpSpPr>
        <p:cxnSp>
          <p:nvCxnSpPr>
            <p:cNvPr id="37" name="Google Shape;37;p2"/>
            <p:cNvCxnSpPr/>
            <p:nvPr/>
          </p:nvCxnSpPr>
          <p:spPr>
            <a:xfrm>
              <a:off x="731925" y="4602075"/>
              <a:ext cx="2526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8" name="Google Shape;38;p2"/>
            <p:cNvSpPr/>
            <p:nvPr/>
          </p:nvSpPr>
          <p:spPr>
            <a:xfrm>
              <a:off x="3492450" y="4521875"/>
              <a:ext cx="163500" cy="1635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2"/>
          <p:cNvSpPr txBox="1">
            <a:spLocks noGrp="1"/>
          </p:cNvSpPr>
          <p:nvPr>
            <p:ph type="ctrTitle"/>
          </p:nvPr>
        </p:nvSpPr>
        <p:spPr>
          <a:xfrm>
            <a:off x="720000" y="687100"/>
            <a:ext cx="3370800" cy="231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" name="Google Shape;40;p2"/>
          <p:cNvSpPr txBox="1">
            <a:spLocks noGrp="1"/>
          </p:cNvSpPr>
          <p:nvPr>
            <p:ph type="subTitle" idx="1"/>
          </p:nvPr>
        </p:nvSpPr>
        <p:spPr>
          <a:xfrm>
            <a:off x="720000" y="3502613"/>
            <a:ext cx="2358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Sarabun"/>
                <a:ea typeface="Sarabun"/>
                <a:cs typeface="Sarabun"/>
                <a:sym typeface="Sarabu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"/>
          <p:cNvGrpSpPr/>
          <p:nvPr/>
        </p:nvGrpSpPr>
        <p:grpSpPr>
          <a:xfrm>
            <a:off x="6959619" y="11"/>
            <a:ext cx="2928758" cy="330255"/>
            <a:chOff x="630675" y="2141575"/>
            <a:chExt cx="7952100" cy="896700"/>
          </a:xfrm>
        </p:grpSpPr>
        <p:sp>
          <p:nvSpPr>
            <p:cNvPr id="103" name="Google Shape;103;p5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"/>
          <p:cNvSpPr txBox="1">
            <a:spLocks noGrp="1"/>
          </p:cNvSpPr>
          <p:nvPr>
            <p:ph type="subTitle" idx="1"/>
          </p:nvPr>
        </p:nvSpPr>
        <p:spPr>
          <a:xfrm>
            <a:off x="720000" y="3338700"/>
            <a:ext cx="2430600" cy="51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subTitle" idx="2"/>
          </p:nvPr>
        </p:nvSpPr>
        <p:spPr>
          <a:xfrm>
            <a:off x="720000" y="3853200"/>
            <a:ext cx="2430600" cy="71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5"/>
          <p:cNvSpPr txBox="1">
            <a:spLocks noGrp="1"/>
          </p:cNvSpPr>
          <p:nvPr>
            <p:ph type="subTitle" idx="3"/>
          </p:nvPr>
        </p:nvSpPr>
        <p:spPr>
          <a:xfrm>
            <a:off x="720000" y="1483125"/>
            <a:ext cx="2430600" cy="51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subTitle" idx="4"/>
          </p:nvPr>
        </p:nvSpPr>
        <p:spPr>
          <a:xfrm>
            <a:off x="720000" y="1997498"/>
            <a:ext cx="2430600" cy="71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1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 txBox="1">
            <a:spLocks noGrp="1"/>
          </p:cNvSpPr>
          <p:nvPr>
            <p:ph type="title" hasCustomPrompt="1"/>
          </p:nvPr>
        </p:nvSpPr>
        <p:spPr>
          <a:xfrm>
            <a:off x="1711050" y="1666500"/>
            <a:ext cx="5721900" cy="1197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235" name="Google Shape;235;p11"/>
          <p:cNvSpPr txBox="1">
            <a:spLocks noGrp="1"/>
          </p:cNvSpPr>
          <p:nvPr>
            <p:ph type="subTitle" idx="1"/>
          </p:nvPr>
        </p:nvSpPr>
        <p:spPr>
          <a:xfrm>
            <a:off x="1711050" y="2864400"/>
            <a:ext cx="5721900" cy="61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36" name="Google Shape;236;p11"/>
          <p:cNvGrpSpPr/>
          <p:nvPr/>
        </p:nvGrpSpPr>
        <p:grpSpPr>
          <a:xfrm>
            <a:off x="-6" y="11"/>
            <a:ext cx="2928758" cy="330255"/>
            <a:chOff x="630675" y="2141575"/>
            <a:chExt cx="7952100" cy="896700"/>
          </a:xfrm>
        </p:grpSpPr>
        <p:sp>
          <p:nvSpPr>
            <p:cNvPr id="237" name="Google Shape;237;p11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1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1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1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lt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4"/>
          <p:cNvGrpSpPr/>
          <p:nvPr/>
        </p:nvGrpSpPr>
        <p:grpSpPr>
          <a:xfrm>
            <a:off x="6959619" y="11"/>
            <a:ext cx="2928758" cy="330255"/>
            <a:chOff x="630675" y="2141575"/>
            <a:chExt cx="7952100" cy="896700"/>
          </a:xfrm>
        </p:grpSpPr>
        <p:sp>
          <p:nvSpPr>
            <p:cNvPr id="297" name="Google Shape;297;p14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4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4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4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4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4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4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4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4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4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4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4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4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4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4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2" name="Google Shape;322;p14"/>
          <p:cNvGrpSpPr/>
          <p:nvPr/>
        </p:nvGrpSpPr>
        <p:grpSpPr>
          <a:xfrm>
            <a:off x="720000" y="4603500"/>
            <a:ext cx="2924025" cy="163500"/>
            <a:chOff x="731925" y="4521875"/>
            <a:chExt cx="2924025" cy="163500"/>
          </a:xfrm>
        </p:grpSpPr>
        <p:cxnSp>
          <p:nvCxnSpPr>
            <p:cNvPr id="323" name="Google Shape;323;p14"/>
            <p:cNvCxnSpPr/>
            <p:nvPr/>
          </p:nvCxnSpPr>
          <p:spPr>
            <a:xfrm>
              <a:off x="731925" y="4602075"/>
              <a:ext cx="2526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4" name="Google Shape;324;p14"/>
            <p:cNvSpPr/>
            <p:nvPr/>
          </p:nvSpPr>
          <p:spPr>
            <a:xfrm>
              <a:off x="3492450" y="4521875"/>
              <a:ext cx="163500" cy="1635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5" name="Google Shape;32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14"/>
          <p:cNvSpPr txBox="1">
            <a:spLocks noGrp="1"/>
          </p:cNvSpPr>
          <p:nvPr>
            <p:ph type="subTitle" idx="1"/>
          </p:nvPr>
        </p:nvSpPr>
        <p:spPr>
          <a:xfrm>
            <a:off x="1790625" y="332894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7" name="Google Shape;327;p14"/>
          <p:cNvSpPr txBox="1">
            <a:spLocks noGrp="1"/>
          </p:cNvSpPr>
          <p:nvPr>
            <p:ph type="subTitle" idx="2"/>
          </p:nvPr>
        </p:nvSpPr>
        <p:spPr>
          <a:xfrm>
            <a:off x="1790636" y="3646340"/>
            <a:ext cx="2209800" cy="75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28" name="Google Shape;328;p14"/>
          <p:cNvSpPr txBox="1">
            <a:spLocks noGrp="1"/>
          </p:cNvSpPr>
          <p:nvPr>
            <p:ph type="subTitle" idx="3"/>
          </p:nvPr>
        </p:nvSpPr>
        <p:spPr>
          <a:xfrm>
            <a:off x="6214200" y="332894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9" name="Google Shape;329;p14"/>
          <p:cNvSpPr txBox="1">
            <a:spLocks noGrp="1"/>
          </p:cNvSpPr>
          <p:nvPr>
            <p:ph type="subTitle" idx="4"/>
          </p:nvPr>
        </p:nvSpPr>
        <p:spPr>
          <a:xfrm>
            <a:off x="6214211" y="3646340"/>
            <a:ext cx="2209800" cy="75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14"/>
          <p:cNvSpPr txBox="1">
            <a:spLocks noGrp="1"/>
          </p:cNvSpPr>
          <p:nvPr>
            <p:ph type="subTitle" idx="5"/>
          </p:nvPr>
        </p:nvSpPr>
        <p:spPr>
          <a:xfrm>
            <a:off x="1790625" y="1546715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1" name="Google Shape;331;p14"/>
          <p:cNvSpPr txBox="1">
            <a:spLocks noGrp="1"/>
          </p:cNvSpPr>
          <p:nvPr>
            <p:ph type="subTitle" idx="6"/>
          </p:nvPr>
        </p:nvSpPr>
        <p:spPr>
          <a:xfrm>
            <a:off x="1790636" y="1864115"/>
            <a:ext cx="2209800" cy="75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14"/>
          <p:cNvSpPr txBox="1">
            <a:spLocks noGrp="1"/>
          </p:cNvSpPr>
          <p:nvPr>
            <p:ph type="subTitle" idx="7"/>
          </p:nvPr>
        </p:nvSpPr>
        <p:spPr>
          <a:xfrm>
            <a:off x="6214200" y="1546715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3" name="Google Shape;333;p14"/>
          <p:cNvSpPr txBox="1">
            <a:spLocks noGrp="1"/>
          </p:cNvSpPr>
          <p:nvPr>
            <p:ph type="subTitle" idx="8"/>
          </p:nvPr>
        </p:nvSpPr>
        <p:spPr>
          <a:xfrm>
            <a:off x="6214211" y="1864115"/>
            <a:ext cx="2209800" cy="754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14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1811725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5" name="Google Shape;335;p14"/>
          <p:cNvSpPr txBox="1">
            <a:spLocks noGrp="1"/>
          </p:cNvSpPr>
          <p:nvPr>
            <p:ph type="title" idx="13" hasCustomPrompt="1"/>
          </p:nvPr>
        </p:nvSpPr>
        <p:spPr>
          <a:xfrm>
            <a:off x="720000" y="3593950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6" name="Google Shape;336;p14"/>
          <p:cNvSpPr txBox="1">
            <a:spLocks noGrp="1"/>
          </p:cNvSpPr>
          <p:nvPr>
            <p:ph type="title" idx="14" hasCustomPrompt="1"/>
          </p:nvPr>
        </p:nvSpPr>
        <p:spPr>
          <a:xfrm>
            <a:off x="5143575" y="1811725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7" name="Google Shape;337;p14"/>
          <p:cNvSpPr txBox="1">
            <a:spLocks noGrp="1"/>
          </p:cNvSpPr>
          <p:nvPr>
            <p:ph type="title" idx="15" hasCustomPrompt="1"/>
          </p:nvPr>
        </p:nvSpPr>
        <p:spPr>
          <a:xfrm>
            <a:off x="5143575" y="3593950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15"/>
          <p:cNvSpPr txBox="1">
            <a:spLocks noGrp="1"/>
          </p:cNvSpPr>
          <p:nvPr>
            <p:ph type="subTitle" idx="1"/>
          </p:nvPr>
        </p:nvSpPr>
        <p:spPr>
          <a:xfrm>
            <a:off x="720000" y="289860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1" name="Google Shape;341;p15"/>
          <p:cNvSpPr txBox="1">
            <a:spLocks noGrp="1"/>
          </p:cNvSpPr>
          <p:nvPr>
            <p:ph type="subTitle" idx="2"/>
          </p:nvPr>
        </p:nvSpPr>
        <p:spPr>
          <a:xfrm>
            <a:off x="720000" y="3292200"/>
            <a:ext cx="2209800" cy="97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15"/>
          <p:cNvSpPr txBox="1">
            <a:spLocks noGrp="1"/>
          </p:cNvSpPr>
          <p:nvPr>
            <p:ph type="subTitle" idx="3"/>
          </p:nvPr>
        </p:nvSpPr>
        <p:spPr>
          <a:xfrm>
            <a:off x="3467100" y="289860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3" name="Google Shape;343;p15"/>
          <p:cNvSpPr txBox="1">
            <a:spLocks noGrp="1"/>
          </p:cNvSpPr>
          <p:nvPr>
            <p:ph type="subTitle" idx="4"/>
          </p:nvPr>
        </p:nvSpPr>
        <p:spPr>
          <a:xfrm>
            <a:off x="3467100" y="3292200"/>
            <a:ext cx="2209800" cy="97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5"/>
          <p:cNvSpPr txBox="1">
            <a:spLocks noGrp="1"/>
          </p:cNvSpPr>
          <p:nvPr>
            <p:ph type="subTitle" idx="5"/>
          </p:nvPr>
        </p:nvSpPr>
        <p:spPr>
          <a:xfrm>
            <a:off x="6214200" y="289860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solidFill>
                  <a:schemeClr val="lt2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 ExtraBold"/>
              <a:buNone/>
              <a:defRPr sz="200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5" name="Google Shape;345;p15"/>
          <p:cNvSpPr txBox="1">
            <a:spLocks noGrp="1"/>
          </p:cNvSpPr>
          <p:nvPr>
            <p:ph type="subTitle" idx="6"/>
          </p:nvPr>
        </p:nvSpPr>
        <p:spPr>
          <a:xfrm>
            <a:off x="6214200" y="3292200"/>
            <a:ext cx="2209800" cy="972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346" name="Google Shape;346;p15"/>
          <p:cNvGrpSpPr/>
          <p:nvPr/>
        </p:nvGrpSpPr>
        <p:grpSpPr>
          <a:xfrm rot="5400000">
            <a:off x="-1299256" y="4348861"/>
            <a:ext cx="2928758" cy="330255"/>
            <a:chOff x="630675" y="2141575"/>
            <a:chExt cx="7952100" cy="896700"/>
          </a:xfrm>
        </p:grpSpPr>
        <p:sp>
          <p:nvSpPr>
            <p:cNvPr id="347" name="Google Shape;347;p15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5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5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5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5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5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5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5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5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5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5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5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5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5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5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5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2" name="Google Shape;372;p15"/>
          <p:cNvGrpSpPr/>
          <p:nvPr/>
        </p:nvGrpSpPr>
        <p:grpSpPr>
          <a:xfrm flipH="1">
            <a:off x="5499975" y="4603500"/>
            <a:ext cx="2924025" cy="163500"/>
            <a:chOff x="731925" y="4521875"/>
            <a:chExt cx="2924025" cy="163500"/>
          </a:xfrm>
        </p:grpSpPr>
        <p:cxnSp>
          <p:nvCxnSpPr>
            <p:cNvPr id="373" name="Google Shape;373;p15"/>
            <p:cNvCxnSpPr/>
            <p:nvPr/>
          </p:nvCxnSpPr>
          <p:spPr>
            <a:xfrm>
              <a:off x="731925" y="4602075"/>
              <a:ext cx="2526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4" name="Google Shape;374;p15"/>
            <p:cNvSpPr/>
            <p:nvPr/>
          </p:nvSpPr>
          <p:spPr>
            <a:xfrm>
              <a:off x="3492450" y="4521875"/>
              <a:ext cx="163500" cy="1635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5">
    <p:bg>
      <p:bgPr>
        <a:solidFill>
          <a:schemeClr val="lt1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19"/>
          <p:cNvGrpSpPr/>
          <p:nvPr/>
        </p:nvGrpSpPr>
        <p:grpSpPr>
          <a:xfrm>
            <a:off x="6959619" y="11"/>
            <a:ext cx="2928758" cy="330255"/>
            <a:chOff x="630675" y="2141575"/>
            <a:chExt cx="7952100" cy="896700"/>
          </a:xfrm>
        </p:grpSpPr>
        <p:sp>
          <p:nvSpPr>
            <p:cNvPr id="454" name="Google Shape;454;p19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9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9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9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9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9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9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9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9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9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9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9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9" name="Google Shape;47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480" name="Google Shape;480;p19"/>
          <p:cNvGrpSpPr/>
          <p:nvPr/>
        </p:nvGrpSpPr>
        <p:grpSpPr>
          <a:xfrm flipH="1">
            <a:off x="719999" y="4603500"/>
            <a:ext cx="3071526" cy="204886"/>
            <a:chOff x="5352524" y="517700"/>
            <a:chExt cx="3071526" cy="204886"/>
          </a:xfrm>
        </p:grpSpPr>
        <p:cxnSp>
          <p:nvCxnSpPr>
            <p:cNvPr id="481" name="Google Shape;481;p19"/>
            <p:cNvCxnSpPr/>
            <p:nvPr/>
          </p:nvCxnSpPr>
          <p:spPr>
            <a:xfrm rot="10800000">
              <a:off x="5897450" y="620200"/>
              <a:ext cx="2526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82" name="Google Shape;482;p19"/>
            <p:cNvSpPr/>
            <p:nvPr/>
          </p:nvSpPr>
          <p:spPr>
            <a:xfrm>
              <a:off x="5352524" y="517700"/>
              <a:ext cx="337800" cy="204886"/>
            </a:xfrm>
            <a:custGeom>
              <a:avLst/>
              <a:gdLst/>
              <a:ahLst/>
              <a:cxnLst/>
              <a:rect l="l" t="t" r="r" b="b"/>
              <a:pathLst>
                <a:path w="171255" h="103871" extrusionOk="0">
                  <a:moveTo>
                    <a:pt x="55188" y="11765"/>
                  </a:moveTo>
                  <a:cubicBezTo>
                    <a:pt x="52807" y="14748"/>
                    <a:pt x="50702" y="17905"/>
                    <a:pt x="48898" y="21164"/>
                  </a:cubicBezTo>
                  <a:cubicBezTo>
                    <a:pt x="45865" y="19835"/>
                    <a:pt x="42958" y="18306"/>
                    <a:pt x="40176" y="16627"/>
                  </a:cubicBezTo>
                  <a:cubicBezTo>
                    <a:pt x="40376" y="16552"/>
                    <a:pt x="40577" y="16452"/>
                    <a:pt x="40802" y="16377"/>
                  </a:cubicBezTo>
                  <a:cubicBezTo>
                    <a:pt x="41028" y="16276"/>
                    <a:pt x="41253" y="16176"/>
                    <a:pt x="41504" y="16101"/>
                  </a:cubicBezTo>
                  <a:cubicBezTo>
                    <a:pt x="41980" y="15900"/>
                    <a:pt x="42482" y="15700"/>
                    <a:pt x="42958" y="15525"/>
                  </a:cubicBezTo>
                  <a:cubicBezTo>
                    <a:pt x="43133" y="15449"/>
                    <a:pt x="43309" y="15399"/>
                    <a:pt x="43459" y="15324"/>
                  </a:cubicBezTo>
                  <a:cubicBezTo>
                    <a:pt x="44010" y="15124"/>
                    <a:pt x="44537" y="14948"/>
                    <a:pt x="45088" y="14748"/>
                  </a:cubicBezTo>
                  <a:cubicBezTo>
                    <a:pt x="45314" y="14672"/>
                    <a:pt x="45539" y="14597"/>
                    <a:pt x="45765" y="14522"/>
                  </a:cubicBezTo>
                  <a:cubicBezTo>
                    <a:pt x="46166" y="14372"/>
                    <a:pt x="46567" y="14246"/>
                    <a:pt x="46993" y="14096"/>
                  </a:cubicBezTo>
                  <a:cubicBezTo>
                    <a:pt x="47218" y="14021"/>
                    <a:pt x="47469" y="13946"/>
                    <a:pt x="47695" y="13870"/>
                  </a:cubicBezTo>
                  <a:cubicBezTo>
                    <a:pt x="48146" y="13720"/>
                    <a:pt x="48597" y="13595"/>
                    <a:pt x="49023" y="13444"/>
                  </a:cubicBezTo>
                  <a:cubicBezTo>
                    <a:pt x="49223" y="13394"/>
                    <a:pt x="49424" y="13319"/>
                    <a:pt x="49624" y="13269"/>
                  </a:cubicBezTo>
                  <a:cubicBezTo>
                    <a:pt x="50251" y="13068"/>
                    <a:pt x="50903" y="12893"/>
                    <a:pt x="51554" y="12717"/>
                  </a:cubicBezTo>
                  <a:cubicBezTo>
                    <a:pt x="51680" y="12667"/>
                    <a:pt x="51830" y="12642"/>
                    <a:pt x="51980" y="12592"/>
                  </a:cubicBezTo>
                  <a:cubicBezTo>
                    <a:pt x="52482" y="12442"/>
                    <a:pt x="53008" y="12316"/>
                    <a:pt x="53534" y="12166"/>
                  </a:cubicBezTo>
                  <a:cubicBezTo>
                    <a:pt x="53760" y="12116"/>
                    <a:pt x="53985" y="12066"/>
                    <a:pt x="54211" y="11991"/>
                  </a:cubicBezTo>
                  <a:cubicBezTo>
                    <a:pt x="54537" y="11915"/>
                    <a:pt x="54863" y="11840"/>
                    <a:pt x="55188" y="11765"/>
                  </a:cubicBezTo>
                  <a:close/>
                  <a:moveTo>
                    <a:pt x="116066" y="11765"/>
                  </a:moveTo>
                  <a:lnTo>
                    <a:pt x="116066" y="11765"/>
                  </a:lnTo>
                  <a:cubicBezTo>
                    <a:pt x="116392" y="11840"/>
                    <a:pt x="116718" y="11915"/>
                    <a:pt x="117043" y="11991"/>
                  </a:cubicBezTo>
                  <a:cubicBezTo>
                    <a:pt x="117269" y="12066"/>
                    <a:pt x="117494" y="12116"/>
                    <a:pt x="117720" y="12166"/>
                  </a:cubicBezTo>
                  <a:cubicBezTo>
                    <a:pt x="118246" y="12316"/>
                    <a:pt x="118773" y="12467"/>
                    <a:pt x="119299" y="12592"/>
                  </a:cubicBezTo>
                  <a:cubicBezTo>
                    <a:pt x="119449" y="12642"/>
                    <a:pt x="119575" y="12667"/>
                    <a:pt x="119700" y="12717"/>
                  </a:cubicBezTo>
                  <a:cubicBezTo>
                    <a:pt x="120352" y="12893"/>
                    <a:pt x="121003" y="13068"/>
                    <a:pt x="121630" y="13269"/>
                  </a:cubicBezTo>
                  <a:cubicBezTo>
                    <a:pt x="121830" y="13319"/>
                    <a:pt x="122006" y="13394"/>
                    <a:pt x="122181" y="13444"/>
                  </a:cubicBezTo>
                  <a:cubicBezTo>
                    <a:pt x="122657" y="13595"/>
                    <a:pt x="123109" y="13720"/>
                    <a:pt x="123560" y="13870"/>
                  </a:cubicBezTo>
                  <a:cubicBezTo>
                    <a:pt x="123785" y="13946"/>
                    <a:pt x="124011" y="14021"/>
                    <a:pt x="124236" y="14096"/>
                  </a:cubicBezTo>
                  <a:cubicBezTo>
                    <a:pt x="124662" y="14246"/>
                    <a:pt x="125114" y="14397"/>
                    <a:pt x="125565" y="14547"/>
                  </a:cubicBezTo>
                  <a:cubicBezTo>
                    <a:pt x="125740" y="14597"/>
                    <a:pt x="125941" y="14672"/>
                    <a:pt x="126141" y="14748"/>
                  </a:cubicBezTo>
                  <a:cubicBezTo>
                    <a:pt x="126768" y="14948"/>
                    <a:pt x="127369" y="15174"/>
                    <a:pt x="127996" y="15399"/>
                  </a:cubicBezTo>
                  <a:cubicBezTo>
                    <a:pt x="127996" y="15424"/>
                    <a:pt x="128021" y="15424"/>
                    <a:pt x="128046" y="15424"/>
                  </a:cubicBezTo>
                  <a:cubicBezTo>
                    <a:pt x="128622" y="15650"/>
                    <a:pt x="129224" y="15875"/>
                    <a:pt x="129800" y="16101"/>
                  </a:cubicBezTo>
                  <a:cubicBezTo>
                    <a:pt x="129976" y="16176"/>
                    <a:pt x="130151" y="16251"/>
                    <a:pt x="130352" y="16327"/>
                  </a:cubicBezTo>
                  <a:cubicBezTo>
                    <a:pt x="130602" y="16427"/>
                    <a:pt x="130828" y="16527"/>
                    <a:pt x="131079" y="16627"/>
                  </a:cubicBezTo>
                  <a:cubicBezTo>
                    <a:pt x="128297" y="18306"/>
                    <a:pt x="125389" y="19835"/>
                    <a:pt x="122382" y="21189"/>
                  </a:cubicBezTo>
                  <a:cubicBezTo>
                    <a:pt x="120552" y="17905"/>
                    <a:pt x="118447" y="14748"/>
                    <a:pt x="116066" y="11765"/>
                  </a:cubicBezTo>
                  <a:close/>
                  <a:moveTo>
                    <a:pt x="82206" y="8231"/>
                  </a:moveTo>
                  <a:lnTo>
                    <a:pt x="82206" y="28783"/>
                  </a:lnTo>
                  <a:cubicBezTo>
                    <a:pt x="73334" y="28457"/>
                    <a:pt x="64762" y="26928"/>
                    <a:pt x="56592" y="24171"/>
                  </a:cubicBezTo>
                  <a:cubicBezTo>
                    <a:pt x="59725" y="18783"/>
                    <a:pt x="63760" y="13795"/>
                    <a:pt x="68622" y="9284"/>
                  </a:cubicBezTo>
                  <a:cubicBezTo>
                    <a:pt x="68797" y="9259"/>
                    <a:pt x="68973" y="9234"/>
                    <a:pt x="69148" y="9209"/>
                  </a:cubicBezTo>
                  <a:cubicBezTo>
                    <a:pt x="69499" y="9159"/>
                    <a:pt x="69825" y="9134"/>
                    <a:pt x="70151" y="9083"/>
                  </a:cubicBezTo>
                  <a:cubicBezTo>
                    <a:pt x="70577" y="9033"/>
                    <a:pt x="70978" y="8983"/>
                    <a:pt x="71404" y="8958"/>
                  </a:cubicBezTo>
                  <a:cubicBezTo>
                    <a:pt x="71705" y="8908"/>
                    <a:pt x="72031" y="8883"/>
                    <a:pt x="72331" y="8858"/>
                  </a:cubicBezTo>
                  <a:cubicBezTo>
                    <a:pt x="72782" y="8808"/>
                    <a:pt x="73209" y="8758"/>
                    <a:pt x="73660" y="8732"/>
                  </a:cubicBezTo>
                  <a:cubicBezTo>
                    <a:pt x="73960" y="8707"/>
                    <a:pt x="74261" y="8682"/>
                    <a:pt x="74537" y="8657"/>
                  </a:cubicBezTo>
                  <a:cubicBezTo>
                    <a:pt x="75013" y="8607"/>
                    <a:pt x="75464" y="8582"/>
                    <a:pt x="75915" y="8532"/>
                  </a:cubicBezTo>
                  <a:cubicBezTo>
                    <a:pt x="76216" y="8507"/>
                    <a:pt x="76492" y="8507"/>
                    <a:pt x="76792" y="8482"/>
                  </a:cubicBezTo>
                  <a:cubicBezTo>
                    <a:pt x="77244" y="8457"/>
                    <a:pt x="77720" y="8432"/>
                    <a:pt x="78196" y="8407"/>
                  </a:cubicBezTo>
                  <a:cubicBezTo>
                    <a:pt x="78472" y="8382"/>
                    <a:pt x="78747" y="8357"/>
                    <a:pt x="79048" y="8357"/>
                  </a:cubicBezTo>
                  <a:cubicBezTo>
                    <a:pt x="79524" y="8331"/>
                    <a:pt x="80001" y="8306"/>
                    <a:pt x="80477" y="8281"/>
                  </a:cubicBezTo>
                  <a:cubicBezTo>
                    <a:pt x="80752" y="8281"/>
                    <a:pt x="81028" y="8256"/>
                    <a:pt x="81304" y="8256"/>
                  </a:cubicBezTo>
                  <a:cubicBezTo>
                    <a:pt x="81605" y="8256"/>
                    <a:pt x="81905" y="8231"/>
                    <a:pt x="82206" y="8231"/>
                  </a:cubicBezTo>
                  <a:close/>
                  <a:moveTo>
                    <a:pt x="89048" y="8231"/>
                  </a:moveTo>
                  <a:cubicBezTo>
                    <a:pt x="89224" y="8231"/>
                    <a:pt x="89399" y="8231"/>
                    <a:pt x="89575" y="8256"/>
                  </a:cubicBezTo>
                  <a:cubicBezTo>
                    <a:pt x="89850" y="8256"/>
                    <a:pt x="90151" y="8256"/>
                    <a:pt x="90452" y="8281"/>
                  </a:cubicBezTo>
                  <a:cubicBezTo>
                    <a:pt x="90903" y="8281"/>
                    <a:pt x="91379" y="8306"/>
                    <a:pt x="91830" y="8331"/>
                  </a:cubicBezTo>
                  <a:cubicBezTo>
                    <a:pt x="92131" y="8357"/>
                    <a:pt x="92432" y="8357"/>
                    <a:pt x="92732" y="8382"/>
                  </a:cubicBezTo>
                  <a:cubicBezTo>
                    <a:pt x="93184" y="8407"/>
                    <a:pt x="93635" y="8432"/>
                    <a:pt x="94111" y="8457"/>
                  </a:cubicBezTo>
                  <a:cubicBezTo>
                    <a:pt x="94387" y="8482"/>
                    <a:pt x="94687" y="8482"/>
                    <a:pt x="94988" y="8507"/>
                  </a:cubicBezTo>
                  <a:cubicBezTo>
                    <a:pt x="95439" y="8557"/>
                    <a:pt x="95915" y="8582"/>
                    <a:pt x="96367" y="8607"/>
                  </a:cubicBezTo>
                  <a:cubicBezTo>
                    <a:pt x="96617" y="8632"/>
                    <a:pt x="96893" y="8657"/>
                    <a:pt x="97143" y="8682"/>
                  </a:cubicBezTo>
                  <a:cubicBezTo>
                    <a:pt x="97219" y="8682"/>
                    <a:pt x="97294" y="8707"/>
                    <a:pt x="97394" y="8707"/>
                  </a:cubicBezTo>
                  <a:cubicBezTo>
                    <a:pt x="97795" y="8732"/>
                    <a:pt x="98221" y="8783"/>
                    <a:pt x="98647" y="8833"/>
                  </a:cubicBezTo>
                  <a:cubicBezTo>
                    <a:pt x="98848" y="8833"/>
                    <a:pt x="99023" y="8858"/>
                    <a:pt x="99224" y="8883"/>
                  </a:cubicBezTo>
                  <a:cubicBezTo>
                    <a:pt x="99399" y="8908"/>
                    <a:pt x="99575" y="8908"/>
                    <a:pt x="99775" y="8933"/>
                  </a:cubicBezTo>
                  <a:cubicBezTo>
                    <a:pt x="100176" y="8983"/>
                    <a:pt x="100577" y="9033"/>
                    <a:pt x="100978" y="9083"/>
                  </a:cubicBezTo>
                  <a:cubicBezTo>
                    <a:pt x="101078" y="9083"/>
                    <a:pt x="101179" y="9108"/>
                    <a:pt x="101254" y="9108"/>
                  </a:cubicBezTo>
                  <a:cubicBezTo>
                    <a:pt x="101529" y="9134"/>
                    <a:pt x="101780" y="9159"/>
                    <a:pt x="102056" y="9209"/>
                  </a:cubicBezTo>
                  <a:cubicBezTo>
                    <a:pt x="102256" y="9234"/>
                    <a:pt x="102432" y="9259"/>
                    <a:pt x="102632" y="9284"/>
                  </a:cubicBezTo>
                  <a:cubicBezTo>
                    <a:pt x="107494" y="13770"/>
                    <a:pt x="111530" y="18783"/>
                    <a:pt x="114662" y="24171"/>
                  </a:cubicBezTo>
                  <a:cubicBezTo>
                    <a:pt x="106492" y="26928"/>
                    <a:pt x="97895" y="28457"/>
                    <a:pt x="89048" y="28783"/>
                  </a:cubicBezTo>
                  <a:lnTo>
                    <a:pt x="89048" y="8231"/>
                  </a:lnTo>
                  <a:close/>
                  <a:moveTo>
                    <a:pt x="31529" y="20788"/>
                  </a:moveTo>
                  <a:cubicBezTo>
                    <a:pt x="35840" y="23770"/>
                    <a:pt x="40477" y="26352"/>
                    <a:pt x="45364" y="28557"/>
                  </a:cubicBezTo>
                  <a:cubicBezTo>
                    <a:pt x="42757" y="34973"/>
                    <a:pt x="41228" y="41665"/>
                    <a:pt x="40852" y="48507"/>
                  </a:cubicBezTo>
                  <a:lnTo>
                    <a:pt x="8421" y="48507"/>
                  </a:lnTo>
                  <a:cubicBezTo>
                    <a:pt x="9925" y="38131"/>
                    <a:pt x="18120" y="28256"/>
                    <a:pt x="31529" y="20788"/>
                  </a:cubicBezTo>
                  <a:close/>
                  <a:moveTo>
                    <a:pt x="52958" y="31590"/>
                  </a:moveTo>
                  <a:cubicBezTo>
                    <a:pt x="62256" y="34823"/>
                    <a:pt x="72081" y="36652"/>
                    <a:pt x="82206" y="36978"/>
                  </a:cubicBezTo>
                  <a:lnTo>
                    <a:pt x="82206" y="48507"/>
                  </a:lnTo>
                  <a:lnTo>
                    <a:pt x="49073" y="48507"/>
                  </a:lnTo>
                  <a:cubicBezTo>
                    <a:pt x="49424" y="42718"/>
                    <a:pt x="50727" y="37053"/>
                    <a:pt x="52958" y="31590"/>
                  </a:cubicBezTo>
                  <a:close/>
                  <a:moveTo>
                    <a:pt x="118296" y="31590"/>
                  </a:moveTo>
                  <a:cubicBezTo>
                    <a:pt x="120527" y="37053"/>
                    <a:pt x="121830" y="42718"/>
                    <a:pt x="122206" y="48507"/>
                  </a:cubicBezTo>
                  <a:lnTo>
                    <a:pt x="89048" y="48507"/>
                  </a:lnTo>
                  <a:lnTo>
                    <a:pt x="89048" y="36978"/>
                  </a:lnTo>
                  <a:cubicBezTo>
                    <a:pt x="99174" y="36652"/>
                    <a:pt x="108973" y="34823"/>
                    <a:pt x="118296" y="31590"/>
                  </a:cubicBezTo>
                  <a:close/>
                  <a:moveTo>
                    <a:pt x="139725" y="20788"/>
                  </a:moveTo>
                  <a:cubicBezTo>
                    <a:pt x="153134" y="28231"/>
                    <a:pt x="161329" y="38106"/>
                    <a:pt x="162833" y="48507"/>
                  </a:cubicBezTo>
                  <a:lnTo>
                    <a:pt x="130402" y="48507"/>
                  </a:lnTo>
                  <a:cubicBezTo>
                    <a:pt x="130026" y="41690"/>
                    <a:pt x="128522" y="34998"/>
                    <a:pt x="125916" y="28557"/>
                  </a:cubicBezTo>
                  <a:cubicBezTo>
                    <a:pt x="130778" y="26377"/>
                    <a:pt x="135389" y="23770"/>
                    <a:pt x="139725" y="20788"/>
                  </a:cubicBezTo>
                  <a:close/>
                  <a:moveTo>
                    <a:pt x="82206" y="55374"/>
                  </a:moveTo>
                  <a:lnTo>
                    <a:pt x="82206" y="66903"/>
                  </a:lnTo>
                  <a:cubicBezTo>
                    <a:pt x="72081" y="67229"/>
                    <a:pt x="62256" y="69034"/>
                    <a:pt x="52958" y="72292"/>
                  </a:cubicBezTo>
                  <a:cubicBezTo>
                    <a:pt x="50727" y="66828"/>
                    <a:pt x="49424" y="61164"/>
                    <a:pt x="49073" y="55374"/>
                  </a:cubicBezTo>
                  <a:close/>
                  <a:moveTo>
                    <a:pt x="122206" y="55374"/>
                  </a:moveTo>
                  <a:cubicBezTo>
                    <a:pt x="121830" y="61139"/>
                    <a:pt x="120527" y="66828"/>
                    <a:pt x="118296" y="72292"/>
                  </a:cubicBezTo>
                  <a:cubicBezTo>
                    <a:pt x="108973" y="69034"/>
                    <a:pt x="99174" y="67229"/>
                    <a:pt x="89048" y="66903"/>
                  </a:cubicBezTo>
                  <a:lnTo>
                    <a:pt x="89048" y="55374"/>
                  </a:lnTo>
                  <a:close/>
                  <a:moveTo>
                    <a:pt x="40852" y="55374"/>
                  </a:moveTo>
                  <a:cubicBezTo>
                    <a:pt x="41228" y="62216"/>
                    <a:pt x="42757" y="68908"/>
                    <a:pt x="45364" y="75324"/>
                  </a:cubicBezTo>
                  <a:cubicBezTo>
                    <a:pt x="40477" y="77530"/>
                    <a:pt x="35840" y="80111"/>
                    <a:pt x="31529" y="83069"/>
                  </a:cubicBezTo>
                  <a:cubicBezTo>
                    <a:pt x="18120" y="75625"/>
                    <a:pt x="9925" y="65750"/>
                    <a:pt x="8421" y="55374"/>
                  </a:cubicBezTo>
                  <a:close/>
                  <a:moveTo>
                    <a:pt x="162833" y="55374"/>
                  </a:moveTo>
                  <a:cubicBezTo>
                    <a:pt x="161354" y="65750"/>
                    <a:pt x="153134" y="75625"/>
                    <a:pt x="139725" y="83069"/>
                  </a:cubicBezTo>
                  <a:cubicBezTo>
                    <a:pt x="135414" y="80111"/>
                    <a:pt x="130778" y="77505"/>
                    <a:pt x="125916" y="75324"/>
                  </a:cubicBezTo>
                  <a:cubicBezTo>
                    <a:pt x="128522" y="68883"/>
                    <a:pt x="130026" y="62191"/>
                    <a:pt x="130402" y="55374"/>
                  </a:cubicBezTo>
                  <a:close/>
                  <a:moveTo>
                    <a:pt x="122382" y="82693"/>
                  </a:moveTo>
                  <a:cubicBezTo>
                    <a:pt x="125389" y="84046"/>
                    <a:pt x="128297" y="85550"/>
                    <a:pt x="131079" y="87229"/>
                  </a:cubicBezTo>
                  <a:cubicBezTo>
                    <a:pt x="130828" y="87329"/>
                    <a:pt x="130577" y="87430"/>
                    <a:pt x="130327" y="87530"/>
                  </a:cubicBezTo>
                  <a:cubicBezTo>
                    <a:pt x="130151" y="87605"/>
                    <a:pt x="130001" y="87680"/>
                    <a:pt x="129825" y="87755"/>
                  </a:cubicBezTo>
                  <a:cubicBezTo>
                    <a:pt x="128597" y="88232"/>
                    <a:pt x="127369" y="88683"/>
                    <a:pt x="126116" y="89134"/>
                  </a:cubicBezTo>
                  <a:cubicBezTo>
                    <a:pt x="125941" y="89184"/>
                    <a:pt x="125790" y="89234"/>
                    <a:pt x="125615" y="89309"/>
                  </a:cubicBezTo>
                  <a:cubicBezTo>
                    <a:pt x="125139" y="89460"/>
                    <a:pt x="124662" y="89635"/>
                    <a:pt x="124186" y="89786"/>
                  </a:cubicBezTo>
                  <a:cubicBezTo>
                    <a:pt x="123986" y="89861"/>
                    <a:pt x="123810" y="89911"/>
                    <a:pt x="123610" y="89961"/>
                  </a:cubicBezTo>
                  <a:cubicBezTo>
                    <a:pt x="123109" y="90136"/>
                    <a:pt x="122607" y="90287"/>
                    <a:pt x="122081" y="90462"/>
                  </a:cubicBezTo>
                  <a:cubicBezTo>
                    <a:pt x="121956" y="90487"/>
                    <a:pt x="121805" y="90537"/>
                    <a:pt x="121680" y="90588"/>
                  </a:cubicBezTo>
                  <a:cubicBezTo>
                    <a:pt x="121003" y="90788"/>
                    <a:pt x="120352" y="90989"/>
                    <a:pt x="119675" y="91164"/>
                  </a:cubicBezTo>
                  <a:cubicBezTo>
                    <a:pt x="119600" y="91189"/>
                    <a:pt x="119525" y="91189"/>
                    <a:pt x="119474" y="91214"/>
                  </a:cubicBezTo>
                  <a:cubicBezTo>
                    <a:pt x="118873" y="91390"/>
                    <a:pt x="118271" y="91540"/>
                    <a:pt x="117670" y="91690"/>
                  </a:cubicBezTo>
                  <a:cubicBezTo>
                    <a:pt x="117494" y="91740"/>
                    <a:pt x="117294" y="91791"/>
                    <a:pt x="117119" y="91841"/>
                  </a:cubicBezTo>
                  <a:cubicBezTo>
                    <a:pt x="116768" y="91941"/>
                    <a:pt x="116417" y="92016"/>
                    <a:pt x="116091" y="92091"/>
                  </a:cubicBezTo>
                  <a:cubicBezTo>
                    <a:pt x="118447" y="89109"/>
                    <a:pt x="120552" y="85976"/>
                    <a:pt x="122382" y="82693"/>
                  </a:cubicBezTo>
                  <a:close/>
                  <a:moveTo>
                    <a:pt x="48898" y="82693"/>
                  </a:moveTo>
                  <a:cubicBezTo>
                    <a:pt x="50702" y="85976"/>
                    <a:pt x="52807" y="89109"/>
                    <a:pt x="55188" y="92116"/>
                  </a:cubicBezTo>
                  <a:cubicBezTo>
                    <a:pt x="54863" y="92016"/>
                    <a:pt x="54537" y="91941"/>
                    <a:pt x="54211" y="91866"/>
                  </a:cubicBezTo>
                  <a:cubicBezTo>
                    <a:pt x="53985" y="91816"/>
                    <a:pt x="53760" y="91740"/>
                    <a:pt x="53509" y="91690"/>
                  </a:cubicBezTo>
                  <a:cubicBezTo>
                    <a:pt x="52983" y="91540"/>
                    <a:pt x="52457" y="91415"/>
                    <a:pt x="51905" y="91264"/>
                  </a:cubicBezTo>
                  <a:cubicBezTo>
                    <a:pt x="51780" y="91214"/>
                    <a:pt x="51680" y="91189"/>
                    <a:pt x="51554" y="91164"/>
                  </a:cubicBezTo>
                  <a:cubicBezTo>
                    <a:pt x="50903" y="90964"/>
                    <a:pt x="50251" y="90788"/>
                    <a:pt x="49599" y="90588"/>
                  </a:cubicBezTo>
                  <a:cubicBezTo>
                    <a:pt x="49424" y="90537"/>
                    <a:pt x="49248" y="90487"/>
                    <a:pt x="49098" y="90437"/>
                  </a:cubicBezTo>
                  <a:cubicBezTo>
                    <a:pt x="48597" y="90287"/>
                    <a:pt x="48121" y="90136"/>
                    <a:pt x="47670" y="89986"/>
                  </a:cubicBezTo>
                  <a:cubicBezTo>
                    <a:pt x="47444" y="89911"/>
                    <a:pt x="47243" y="89836"/>
                    <a:pt x="47043" y="89786"/>
                  </a:cubicBezTo>
                  <a:cubicBezTo>
                    <a:pt x="46567" y="89635"/>
                    <a:pt x="46116" y="89460"/>
                    <a:pt x="45665" y="89309"/>
                  </a:cubicBezTo>
                  <a:cubicBezTo>
                    <a:pt x="45489" y="89259"/>
                    <a:pt x="45314" y="89184"/>
                    <a:pt x="45138" y="89134"/>
                  </a:cubicBezTo>
                  <a:cubicBezTo>
                    <a:pt x="44512" y="88908"/>
                    <a:pt x="43885" y="88683"/>
                    <a:pt x="43258" y="88457"/>
                  </a:cubicBezTo>
                  <a:cubicBezTo>
                    <a:pt x="43233" y="88457"/>
                    <a:pt x="43233" y="88432"/>
                    <a:pt x="43208" y="88432"/>
                  </a:cubicBezTo>
                  <a:cubicBezTo>
                    <a:pt x="42607" y="88207"/>
                    <a:pt x="42030" y="87981"/>
                    <a:pt x="41454" y="87755"/>
                  </a:cubicBezTo>
                  <a:cubicBezTo>
                    <a:pt x="41253" y="87680"/>
                    <a:pt x="41078" y="87605"/>
                    <a:pt x="40903" y="87530"/>
                  </a:cubicBezTo>
                  <a:cubicBezTo>
                    <a:pt x="40652" y="87430"/>
                    <a:pt x="40426" y="87329"/>
                    <a:pt x="40176" y="87229"/>
                  </a:cubicBezTo>
                  <a:cubicBezTo>
                    <a:pt x="42958" y="85550"/>
                    <a:pt x="45865" y="84046"/>
                    <a:pt x="48898" y="82693"/>
                  </a:cubicBezTo>
                  <a:close/>
                  <a:moveTo>
                    <a:pt x="82206" y="75099"/>
                  </a:moveTo>
                  <a:lnTo>
                    <a:pt x="82206" y="95650"/>
                  </a:lnTo>
                  <a:cubicBezTo>
                    <a:pt x="82006" y="95650"/>
                    <a:pt x="81830" y="95625"/>
                    <a:pt x="81655" y="95625"/>
                  </a:cubicBezTo>
                  <a:lnTo>
                    <a:pt x="81153" y="95625"/>
                  </a:lnTo>
                  <a:cubicBezTo>
                    <a:pt x="80928" y="95600"/>
                    <a:pt x="80677" y="95600"/>
                    <a:pt x="80427" y="95600"/>
                  </a:cubicBezTo>
                  <a:cubicBezTo>
                    <a:pt x="80101" y="95575"/>
                    <a:pt x="79750" y="95550"/>
                    <a:pt x="79424" y="95550"/>
                  </a:cubicBezTo>
                  <a:cubicBezTo>
                    <a:pt x="79249" y="95525"/>
                    <a:pt x="79073" y="95525"/>
                    <a:pt x="78898" y="95525"/>
                  </a:cubicBezTo>
                  <a:cubicBezTo>
                    <a:pt x="78647" y="95500"/>
                    <a:pt x="78397" y="95500"/>
                    <a:pt x="78146" y="95475"/>
                  </a:cubicBezTo>
                  <a:cubicBezTo>
                    <a:pt x="77845" y="95475"/>
                    <a:pt x="77519" y="95450"/>
                    <a:pt x="77219" y="95425"/>
                  </a:cubicBezTo>
                  <a:cubicBezTo>
                    <a:pt x="77043" y="95425"/>
                    <a:pt x="76843" y="95400"/>
                    <a:pt x="76667" y="95400"/>
                  </a:cubicBezTo>
                  <a:cubicBezTo>
                    <a:pt x="76391" y="95375"/>
                    <a:pt x="76141" y="95350"/>
                    <a:pt x="75890" y="95324"/>
                  </a:cubicBezTo>
                  <a:cubicBezTo>
                    <a:pt x="75615" y="95324"/>
                    <a:pt x="75339" y="95299"/>
                    <a:pt x="75063" y="95274"/>
                  </a:cubicBezTo>
                  <a:cubicBezTo>
                    <a:pt x="74863" y="95249"/>
                    <a:pt x="74637" y="95249"/>
                    <a:pt x="74437" y="95224"/>
                  </a:cubicBezTo>
                  <a:cubicBezTo>
                    <a:pt x="74161" y="95199"/>
                    <a:pt x="73885" y="95174"/>
                    <a:pt x="73610" y="95149"/>
                  </a:cubicBezTo>
                  <a:cubicBezTo>
                    <a:pt x="73409" y="95124"/>
                    <a:pt x="73183" y="95099"/>
                    <a:pt x="72983" y="95099"/>
                  </a:cubicBezTo>
                  <a:cubicBezTo>
                    <a:pt x="72732" y="95074"/>
                    <a:pt x="72482" y="95049"/>
                    <a:pt x="72231" y="95024"/>
                  </a:cubicBezTo>
                  <a:cubicBezTo>
                    <a:pt x="71930" y="94999"/>
                    <a:pt x="71655" y="94949"/>
                    <a:pt x="71379" y="94923"/>
                  </a:cubicBezTo>
                  <a:cubicBezTo>
                    <a:pt x="71254" y="94923"/>
                    <a:pt x="71128" y="94898"/>
                    <a:pt x="70978" y="94873"/>
                  </a:cubicBezTo>
                  <a:cubicBezTo>
                    <a:pt x="70677" y="94848"/>
                    <a:pt x="70351" y="94823"/>
                    <a:pt x="70051" y="94773"/>
                  </a:cubicBezTo>
                  <a:cubicBezTo>
                    <a:pt x="69750" y="94748"/>
                    <a:pt x="69449" y="94698"/>
                    <a:pt x="69173" y="94673"/>
                  </a:cubicBezTo>
                  <a:cubicBezTo>
                    <a:pt x="68998" y="94648"/>
                    <a:pt x="68823" y="94623"/>
                    <a:pt x="68622" y="94598"/>
                  </a:cubicBezTo>
                  <a:cubicBezTo>
                    <a:pt x="63760" y="90086"/>
                    <a:pt x="59725" y="85099"/>
                    <a:pt x="56592" y="79710"/>
                  </a:cubicBezTo>
                  <a:cubicBezTo>
                    <a:pt x="64762" y="76953"/>
                    <a:pt x="73334" y="75425"/>
                    <a:pt x="82206" y="75099"/>
                  </a:cubicBezTo>
                  <a:close/>
                  <a:moveTo>
                    <a:pt x="89048" y="75099"/>
                  </a:moveTo>
                  <a:cubicBezTo>
                    <a:pt x="97895" y="75400"/>
                    <a:pt x="106492" y="76953"/>
                    <a:pt x="114662" y="79710"/>
                  </a:cubicBezTo>
                  <a:cubicBezTo>
                    <a:pt x="111530" y="85099"/>
                    <a:pt x="107494" y="90111"/>
                    <a:pt x="102632" y="94598"/>
                  </a:cubicBezTo>
                  <a:cubicBezTo>
                    <a:pt x="102457" y="94623"/>
                    <a:pt x="102281" y="94648"/>
                    <a:pt x="102106" y="94673"/>
                  </a:cubicBezTo>
                  <a:cubicBezTo>
                    <a:pt x="101780" y="94698"/>
                    <a:pt x="101429" y="94748"/>
                    <a:pt x="101078" y="94798"/>
                  </a:cubicBezTo>
                  <a:cubicBezTo>
                    <a:pt x="100677" y="94848"/>
                    <a:pt x="100276" y="94873"/>
                    <a:pt x="99875" y="94923"/>
                  </a:cubicBezTo>
                  <a:cubicBezTo>
                    <a:pt x="99550" y="94974"/>
                    <a:pt x="99224" y="94999"/>
                    <a:pt x="98898" y="95024"/>
                  </a:cubicBezTo>
                  <a:lnTo>
                    <a:pt x="98873" y="95024"/>
                  </a:lnTo>
                  <a:cubicBezTo>
                    <a:pt x="98472" y="95074"/>
                    <a:pt x="98046" y="95124"/>
                    <a:pt x="97620" y="95149"/>
                  </a:cubicBezTo>
                  <a:cubicBezTo>
                    <a:pt x="97344" y="95174"/>
                    <a:pt x="97043" y="95199"/>
                    <a:pt x="96742" y="95224"/>
                  </a:cubicBezTo>
                  <a:cubicBezTo>
                    <a:pt x="96667" y="95224"/>
                    <a:pt x="96617" y="95249"/>
                    <a:pt x="96542" y="95249"/>
                  </a:cubicBezTo>
                  <a:cubicBezTo>
                    <a:pt x="96141" y="95274"/>
                    <a:pt x="95765" y="95299"/>
                    <a:pt x="95364" y="95350"/>
                  </a:cubicBezTo>
                  <a:cubicBezTo>
                    <a:pt x="95088" y="95350"/>
                    <a:pt x="94813" y="95375"/>
                    <a:pt x="94562" y="95400"/>
                  </a:cubicBezTo>
                  <a:cubicBezTo>
                    <a:pt x="94437" y="95400"/>
                    <a:pt x="94336" y="95400"/>
                    <a:pt x="94236" y="95425"/>
                  </a:cubicBezTo>
                  <a:cubicBezTo>
                    <a:pt x="93860" y="95450"/>
                    <a:pt x="93459" y="95450"/>
                    <a:pt x="93058" y="95475"/>
                  </a:cubicBezTo>
                  <a:cubicBezTo>
                    <a:pt x="92833" y="95500"/>
                    <a:pt x="92582" y="95500"/>
                    <a:pt x="92356" y="95525"/>
                  </a:cubicBezTo>
                  <a:cubicBezTo>
                    <a:pt x="92206" y="95525"/>
                    <a:pt x="92081" y="95525"/>
                    <a:pt x="91930" y="95550"/>
                  </a:cubicBezTo>
                  <a:cubicBezTo>
                    <a:pt x="91554" y="95550"/>
                    <a:pt x="91153" y="95575"/>
                    <a:pt x="90778" y="95600"/>
                  </a:cubicBezTo>
                  <a:cubicBezTo>
                    <a:pt x="90552" y="95600"/>
                    <a:pt x="90351" y="95600"/>
                    <a:pt x="90126" y="95625"/>
                  </a:cubicBezTo>
                  <a:lnTo>
                    <a:pt x="89625" y="95625"/>
                  </a:lnTo>
                  <a:cubicBezTo>
                    <a:pt x="89449" y="95625"/>
                    <a:pt x="89249" y="95650"/>
                    <a:pt x="89048" y="95650"/>
                  </a:cubicBezTo>
                  <a:lnTo>
                    <a:pt x="89048" y="75099"/>
                  </a:lnTo>
                  <a:close/>
                  <a:moveTo>
                    <a:pt x="85591" y="0"/>
                  </a:moveTo>
                  <a:cubicBezTo>
                    <a:pt x="82329" y="0"/>
                    <a:pt x="79068" y="112"/>
                    <a:pt x="75840" y="336"/>
                  </a:cubicBezTo>
                  <a:cubicBezTo>
                    <a:pt x="72607" y="562"/>
                    <a:pt x="69399" y="888"/>
                    <a:pt x="66266" y="1339"/>
                  </a:cubicBezTo>
                  <a:lnTo>
                    <a:pt x="66241" y="1339"/>
                  </a:lnTo>
                  <a:lnTo>
                    <a:pt x="65013" y="1514"/>
                  </a:lnTo>
                  <a:cubicBezTo>
                    <a:pt x="63760" y="1715"/>
                    <a:pt x="62532" y="1890"/>
                    <a:pt x="61304" y="2116"/>
                  </a:cubicBezTo>
                  <a:cubicBezTo>
                    <a:pt x="50401" y="4046"/>
                    <a:pt x="40151" y="7304"/>
                    <a:pt x="31354" y="11640"/>
                  </a:cubicBezTo>
                  <a:cubicBezTo>
                    <a:pt x="30877" y="11890"/>
                    <a:pt x="30426" y="12116"/>
                    <a:pt x="29950" y="12342"/>
                  </a:cubicBezTo>
                  <a:lnTo>
                    <a:pt x="24111" y="15374"/>
                  </a:lnTo>
                  <a:lnTo>
                    <a:pt x="24311" y="15550"/>
                  </a:lnTo>
                  <a:cubicBezTo>
                    <a:pt x="8772" y="25149"/>
                    <a:pt x="0" y="38181"/>
                    <a:pt x="0" y="51941"/>
                  </a:cubicBezTo>
                  <a:cubicBezTo>
                    <a:pt x="0" y="65700"/>
                    <a:pt x="8772" y="78733"/>
                    <a:pt x="24311" y="88332"/>
                  </a:cubicBezTo>
                  <a:lnTo>
                    <a:pt x="24085" y="88482"/>
                  </a:lnTo>
                  <a:lnTo>
                    <a:pt x="29950" y="91515"/>
                  </a:lnTo>
                  <a:cubicBezTo>
                    <a:pt x="39700" y="96553"/>
                    <a:pt x="51354" y="100212"/>
                    <a:pt x="63760" y="102167"/>
                  </a:cubicBezTo>
                  <a:cubicBezTo>
                    <a:pt x="63985" y="102217"/>
                    <a:pt x="64236" y="102242"/>
                    <a:pt x="64462" y="102267"/>
                  </a:cubicBezTo>
                  <a:cubicBezTo>
                    <a:pt x="64662" y="102292"/>
                    <a:pt x="64838" y="102342"/>
                    <a:pt x="65013" y="102367"/>
                  </a:cubicBezTo>
                  <a:lnTo>
                    <a:pt x="66241" y="102543"/>
                  </a:lnTo>
                  <a:lnTo>
                    <a:pt x="66266" y="102543"/>
                  </a:lnTo>
                  <a:cubicBezTo>
                    <a:pt x="66467" y="102568"/>
                    <a:pt x="66667" y="102593"/>
                    <a:pt x="66868" y="102618"/>
                  </a:cubicBezTo>
                  <a:cubicBezTo>
                    <a:pt x="72958" y="103445"/>
                    <a:pt x="79249" y="103871"/>
                    <a:pt x="85640" y="103871"/>
                  </a:cubicBezTo>
                  <a:lnTo>
                    <a:pt x="88171" y="103871"/>
                  </a:lnTo>
                  <a:cubicBezTo>
                    <a:pt x="93885" y="103771"/>
                    <a:pt x="99550" y="103319"/>
                    <a:pt x="104988" y="102543"/>
                  </a:cubicBezTo>
                  <a:cubicBezTo>
                    <a:pt x="105063" y="102543"/>
                    <a:pt x="105113" y="102517"/>
                    <a:pt x="105164" y="102517"/>
                  </a:cubicBezTo>
                  <a:lnTo>
                    <a:pt x="106241" y="102367"/>
                  </a:lnTo>
                  <a:cubicBezTo>
                    <a:pt x="107494" y="102167"/>
                    <a:pt x="108722" y="101966"/>
                    <a:pt x="109951" y="101766"/>
                  </a:cubicBezTo>
                  <a:cubicBezTo>
                    <a:pt x="118998" y="100162"/>
                    <a:pt x="127570" y="97655"/>
                    <a:pt x="135239" y="94372"/>
                  </a:cubicBezTo>
                  <a:cubicBezTo>
                    <a:pt x="135815" y="94121"/>
                    <a:pt x="136367" y="93871"/>
                    <a:pt x="136943" y="93620"/>
                  </a:cubicBezTo>
                  <a:cubicBezTo>
                    <a:pt x="137069" y="93570"/>
                    <a:pt x="137169" y="93520"/>
                    <a:pt x="137294" y="93445"/>
                  </a:cubicBezTo>
                  <a:cubicBezTo>
                    <a:pt x="138673" y="92843"/>
                    <a:pt x="140001" y="92192"/>
                    <a:pt x="141304" y="91515"/>
                  </a:cubicBezTo>
                  <a:lnTo>
                    <a:pt x="147169" y="88482"/>
                  </a:lnTo>
                  <a:lnTo>
                    <a:pt x="146943" y="88332"/>
                  </a:lnTo>
                  <a:cubicBezTo>
                    <a:pt x="162482" y="78733"/>
                    <a:pt x="171254" y="65700"/>
                    <a:pt x="171254" y="51941"/>
                  </a:cubicBezTo>
                  <a:cubicBezTo>
                    <a:pt x="171254" y="38181"/>
                    <a:pt x="162482" y="25149"/>
                    <a:pt x="146943" y="15550"/>
                  </a:cubicBezTo>
                  <a:lnTo>
                    <a:pt x="147169" y="15374"/>
                  </a:lnTo>
                  <a:lnTo>
                    <a:pt x="141304" y="12342"/>
                  </a:lnTo>
                  <a:cubicBezTo>
                    <a:pt x="131204" y="7128"/>
                    <a:pt x="119098" y="3394"/>
                    <a:pt x="106241" y="1514"/>
                  </a:cubicBezTo>
                  <a:lnTo>
                    <a:pt x="105013" y="1339"/>
                  </a:lnTo>
                  <a:cubicBezTo>
                    <a:pt x="98718" y="452"/>
                    <a:pt x="92154" y="0"/>
                    <a:pt x="855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bg>
      <p:bgPr>
        <a:solidFill>
          <a:schemeClr val="lt1"/>
        </a:solidFill>
        <a:effectLst/>
      </p:bgPr>
    </p:bg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25"/>
          <p:cNvGrpSpPr/>
          <p:nvPr/>
        </p:nvGrpSpPr>
        <p:grpSpPr>
          <a:xfrm>
            <a:off x="4571994" y="4813236"/>
            <a:ext cx="2928758" cy="330255"/>
            <a:chOff x="630675" y="2141575"/>
            <a:chExt cx="7952100" cy="896700"/>
          </a:xfrm>
        </p:grpSpPr>
        <p:sp>
          <p:nvSpPr>
            <p:cNvPr id="669" name="Google Shape;669;p25"/>
            <p:cNvSpPr/>
            <p:nvPr/>
          </p:nvSpPr>
          <p:spPr>
            <a:xfrm>
              <a:off x="6306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5"/>
            <p:cNvSpPr/>
            <p:nvPr/>
          </p:nvSpPr>
          <p:spPr>
            <a:xfrm>
              <a:off x="8251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5"/>
            <p:cNvSpPr/>
            <p:nvPr/>
          </p:nvSpPr>
          <p:spPr>
            <a:xfrm>
              <a:off x="79329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5"/>
            <p:cNvSpPr/>
            <p:nvPr/>
          </p:nvSpPr>
          <p:spPr>
            <a:xfrm>
              <a:off x="76170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5"/>
            <p:cNvSpPr/>
            <p:nvPr/>
          </p:nvSpPr>
          <p:spPr>
            <a:xfrm>
              <a:off x="72987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5"/>
            <p:cNvSpPr/>
            <p:nvPr/>
          </p:nvSpPr>
          <p:spPr>
            <a:xfrm>
              <a:off x="69827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5"/>
            <p:cNvSpPr/>
            <p:nvPr/>
          </p:nvSpPr>
          <p:spPr>
            <a:xfrm>
              <a:off x="66644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5"/>
            <p:cNvSpPr/>
            <p:nvPr/>
          </p:nvSpPr>
          <p:spPr>
            <a:xfrm>
              <a:off x="63484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5"/>
            <p:cNvSpPr/>
            <p:nvPr/>
          </p:nvSpPr>
          <p:spPr>
            <a:xfrm>
              <a:off x="60301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5"/>
            <p:cNvSpPr/>
            <p:nvPr/>
          </p:nvSpPr>
          <p:spPr>
            <a:xfrm>
              <a:off x="57141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5"/>
            <p:cNvSpPr/>
            <p:nvPr/>
          </p:nvSpPr>
          <p:spPr>
            <a:xfrm>
              <a:off x="5395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5"/>
            <p:cNvSpPr/>
            <p:nvPr/>
          </p:nvSpPr>
          <p:spPr>
            <a:xfrm>
              <a:off x="50799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5"/>
            <p:cNvSpPr/>
            <p:nvPr/>
          </p:nvSpPr>
          <p:spPr>
            <a:xfrm>
              <a:off x="47616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5"/>
            <p:cNvSpPr/>
            <p:nvPr/>
          </p:nvSpPr>
          <p:spPr>
            <a:xfrm>
              <a:off x="44456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5"/>
            <p:cNvSpPr/>
            <p:nvPr/>
          </p:nvSpPr>
          <p:spPr>
            <a:xfrm>
              <a:off x="41273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5"/>
            <p:cNvSpPr/>
            <p:nvPr/>
          </p:nvSpPr>
          <p:spPr>
            <a:xfrm>
              <a:off x="38113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34930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5"/>
            <p:cNvSpPr/>
            <p:nvPr/>
          </p:nvSpPr>
          <p:spPr>
            <a:xfrm>
              <a:off x="31770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5"/>
            <p:cNvSpPr/>
            <p:nvPr/>
          </p:nvSpPr>
          <p:spPr>
            <a:xfrm>
              <a:off x="28587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5"/>
            <p:cNvSpPr/>
            <p:nvPr/>
          </p:nvSpPr>
          <p:spPr>
            <a:xfrm>
              <a:off x="25404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222450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5"/>
            <p:cNvSpPr/>
            <p:nvPr/>
          </p:nvSpPr>
          <p:spPr>
            <a:xfrm>
              <a:off x="19038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5"/>
            <p:cNvSpPr/>
            <p:nvPr/>
          </p:nvSpPr>
          <p:spPr>
            <a:xfrm>
              <a:off x="159022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1267275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955950" y="2141575"/>
              <a:ext cx="331500" cy="896700"/>
            </a:xfrm>
            <a:prstGeom prst="parallelogram">
              <a:avLst>
                <a:gd name="adj" fmla="val 57519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4" name="Google Shape;694;p25"/>
          <p:cNvGrpSpPr/>
          <p:nvPr/>
        </p:nvGrpSpPr>
        <p:grpSpPr>
          <a:xfrm>
            <a:off x="720000" y="376500"/>
            <a:ext cx="2924025" cy="163500"/>
            <a:chOff x="731925" y="4521875"/>
            <a:chExt cx="2924025" cy="163500"/>
          </a:xfrm>
        </p:grpSpPr>
        <p:cxnSp>
          <p:nvCxnSpPr>
            <p:cNvPr id="695" name="Google Shape;695;p25"/>
            <p:cNvCxnSpPr/>
            <p:nvPr/>
          </p:nvCxnSpPr>
          <p:spPr>
            <a:xfrm>
              <a:off x="731925" y="4602075"/>
              <a:ext cx="2526600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6" name="Google Shape;696;p25"/>
            <p:cNvSpPr/>
            <p:nvPr/>
          </p:nvSpPr>
          <p:spPr>
            <a:xfrm>
              <a:off x="3492450" y="4521875"/>
              <a:ext cx="163500" cy="163500"/>
            </a:xfrm>
            <a:prstGeom prst="rect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7" name="Google Shape;697;p25"/>
          <p:cNvSpPr txBox="1">
            <a:spLocks noGrp="1"/>
          </p:cNvSpPr>
          <p:nvPr>
            <p:ph type="subTitle" idx="1"/>
          </p:nvPr>
        </p:nvSpPr>
        <p:spPr>
          <a:xfrm>
            <a:off x="720000" y="2571675"/>
            <a:ext cx="3050700" cy="12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698" name="Google Shape;698;p25"/>
          <p:cNvSpPr txBox="1">
            <a:spLocks noGrp="1"/>
          </p:cNvSpPr>
          <p:nvPr>
            <p:ph type="title"/>
          </p:nvPr>
        </p:nvSpPr>
        <p:spPr>
          <a:xfrm>
            <a:off x="1225050" y="1302525"/>
            <a:ext cx="2545800" cy="12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3">
    <p:bg>
      <p:bgPr>
        <a:solidFill>
          <a:schemeClr val="lt1"/>
        </a:solidFill>
        <a:effectLst/>
      </p:bgPr>
    </p:bg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 ExtraBold"/>
              <a:buNone/>
              <a:defRPr sz="3600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●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○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■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●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○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■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●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Sarabun"/>
              <a:buChar char="○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Sarabun"/>
              <a:buChar char="■"/>
              <a:defRPr sz="1600">
                <a:solidFill>
                  <a:schemeClr val="dk2"/>
                </a:solidFill>
                <a:latin typeface="Sarabun"/>
                <a:ea typeface="Sarabun"/>
                <a:cs typeface="Sarabun"/>
                <a:sym typeface="Sarabu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7" r:id="rId3"/>
    <p:sldLayoutId id="2147483658" r:id="rId4"/>
    <p:sldLayoutId id="2147483660" r:id="rId5"/>
    <p:sldLayoutId id="2147483661" r:id="rId6"/>
    <p:sldLayoutId id="2147483665" r:id="rId7"/>
    <p:sldLayoutId id="2147483671" r:id="rId8"/>
    <p:sldLayoutId id="2147483674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31"/>
          <p:cNvSpPr txBox="1">
            <a:spLocks noGrp="1"/>
          </p:cNvSpPr>
          <p:nvPr>
            <p:ph type="ctrTitle"/>
          </p:nvPr>
        </p:nvSpPr>
        <p:spPr>
          <a:xfrm>
            <a:off x="720000" y="687100"/>
            <a:ext cx="3370800" cy="2318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 dirty="0">
                <a:solidFill>
                  <a:schemeClr val="lt2"/>
                </a:solidFill>
              </a:rPr>
              <a:t>DARK</a:t>
            </a:r>
            <a:r>
              <a:rPr lang="en" sz="5000" dirty="0"/>
              <a:t> </a:t>
            </a:r>
            <a:br>
              <a:rPr lang="en" sz="5000" dirty="0"/>
            </a:br>
            <a:r>
              <a:rPr lang="en" sz="5000" dirty="0"/>
              <a:t>WEB</a:t>
            </a:r>
            <a:endParaRPr sz="5900" dirty="0"/>
          </a:p>
        </p:txBody>
      </p:sp>
      <p:sp>
        <p:nvSpPr>
          <p:cNvPr id="746" name="Google Shape;746;p31"/>
          <p:cNvSpPr txBox="1">
            <a:spLocks noGrp="1"/>
          </p:cNvSpPr>
          <p:nvPr>
            <p:ph type="subTitle" idx="1"/>
          </p:nvPr>
        </p:nvSpPr>
        <p:spPr>
          <a:xfrm>
            <a:off x="720000" y="3502613"/>
            <a:ext cx="2358000" cy="729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Presented by Heritina</a:t>
            </a:r>
            <a:endParaRPr dirty="0"/>
          </a:p>
        </p:txBody>
      </p:sp>
      <p:pic>
        <p:nvPicPr>
          <p:cNvPr id="747" name="Google Shape;747;p31"/>
          <p:cNvPicPr preferRelativeResize="0"/>
          <p:nvPr/>
        </p:nvPicPr>
        <p:blipFill>
          <a:blip r:embed="rId3"/>
          <a:srcRect l="19788" r="19788"/>
          <a:stretch/>
        </p:blipFill>
        <p:spPr>
          <a:xfrm>
            <a:off x="4572000" y="788670"/>
            <a:ext cx="4160520" cy="3554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0700" y="-120300"/>
            <a:ext cx="1712623" cy="1763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0975" y="2434118"/>
            <a:ext cx="1419649" cy="192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5"/>
          <p:cNvSpPr/>
          <p:nvPr/>
        </p:nvSpPr>
        <p:spPr>
          <a:xfrm>
            <a:off x="5143575" y="1599175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35"/>
          <p:cNvSpPr/>
          <p:nvPr/>
        </p:nvSpPr>
        <p:spPr>
          <a:xfrm>
            <a:off x="5143575" y="3381400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35"/>
          <p:cNvSpPr/>
          <p:nvPr/>
        </p:nvSpPr>
        <p:spPr>
          <a:xfrm>
            <a:off x="720000" y="1599175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35"/>
          <p:cNvSpPr txBox="1">
            <a:spLocks noGrp="1"/>
          </p:cNvSpPr>
          <p:nvPr>
            <p:ph type="title" idx="9"/>
          </p:nvPr>
        </p:nvSpPr>
        <p:spPr>
          <a:xfrm>
            <a:off x="720000" y="1811725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778" name="Google Shape;77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OUTLINE</a:t>
            </a:r>
            <a:endParaRPr lang="en-US" dirty="0">
              <a:solidFill>
                <a:schemeClr val="lt2"/>
              </a:solidFill>
            </a:endParaRPr>
          </a:p>
        </p:txBody>
      </p:sp>
      <p:sp>
        <p:nvSpPr>
          <p:cNvPr id="779" name="Google Shape;779;p35"/>
          <p:cNvSpPr txBox="1">
            <a:spLocks noGrp="1"/>
          </p:cNvSpPr>
          <p:nvPr>
            <p:ph type="subTitle" idx="1"/>
          </p:nvPr>
        </p:nvSpPr>
        <p:spPr>
          <a:xfrm>
            <a:off x="1790625" y="355734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CONTENTS AND SERVICE</a:t>
            </a:r>
            <a:endParaRPr dirty="0"/>
          </a:p>
        </p:txBody>
      </p:sp>
      <p:sp>
        <p:nvSpPr>
          <p:cNvPr id="781" name="Google Shape;781;p35"/>
          <p:cNvSpPr txBox="1">
            <a:spLocks noGrp="1"/>
          </p:cNvSpPr>
          <p:nvPr>
            <p:ph type="subTitle" idx="3"/>
          </p:nvPr>
        </p:nvSpPr>
        <p:spPr>
          <a:xfrm>
            <a:off x="6214200" y="356384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CONSEQUENCE</a:t>
            </a:r>
            <a:endParaRPr dirty="0"/>
          </a:p>
        </p:txBody>
      </p:sp>
      <p:sp>
        <p:nvSpPr>
          <p:cNvPr id="782" name="Google Shape;782;p35"/>
          <p:cNvSpPr/>
          <p:nvPr/>
        </p:nvSpPr>
        <p:spPr>
          <a:xfrm>
            <a:off x="720000" y="3381400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35"/>
          <p:cNvSpPr txBox="1">
            <a:spLocks noGrp="1"/>
          </p:cNvSpPr>
          <p:nvPr>
            <p:ph type="subTitle" idx="5"/>
          </p:nvPr>
        </p:nvSpPr>
        <p:spPr>
          <a:xfrm>
            <a:off x="1790625" y="1781615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WEB LAYERS</a:t>
            </a:r>
            <a:endParaRPr dirty="0"/>
          </a:p>
        </p:txBody>
      </p:sp>
      <p:sp>
        <p:nvSpPr>
          <p:cNvPr id="786" name="Google Shape;786;p35"/>
          <p:cNvSpPr txBox="1">
            <a:spLocks noGrp="1"/>
          </p:cNvSpPr>
          <p:nvPr>
            <p:ph type="subTitle" idx="7"/>
          </p:nvPr>
        </p:nvSpPr>
        <p:spPr>
          <a:xfrm>
            <a:off x="6214200" y="1781615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FUNCTIONING</a:t>
            </a:r>
            <a:endParaRPr dirty="0"/>
          </a:p>
        </p:txBody>
      </p:sp>
      <p:sp>
        <p:nvSpPr>
          <p:cNvPr id="788" name="Google Shape;788;p35"/>
          <p:cNvSpPr txBox="1">
            <a:spLocks noGrp="1"/>
          </p:cNvSpPr>
          <p:nvPr>
            <p:ph type="title" idx="13"/>
          </p:nvPr>
        </p:nvSpPr>
        <p:spPr>
          <a:xfrm>
            <a:off x="720000" y="3593950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789" name="Google Shape;789;p35"/>
          <p:cNvSpPr txBox="1">
            <a:spLocks noGrp="1"/>
          </p:cNvSpPr>
          <p:nvPr>
            <p:ph type="title" idx="14"/>
          </p:nvPr>
        </p:nvSpPr>
        <p:spPr>
          <a:xfrm>
            <a:off x="5143575" y="1811725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790" name="Google Shape;790;p35"/>
          <p:cNvSpPr txBox="1">
            <a:spLocks noGrp="1"/>
          </p:cNvSpPr>
          <p:nvPr>
            <p:ph type="title" idx="15"/>
          </p:nvPr>
        </p:nvSpPr>
        <p:spPr>
          <a:xfrm>
            <a:off x="5143575" y="3593950"/>
            <a:ext cx="8949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9"/>
          <p:cNvSpPr txBox="1">
            <a:spLocks noGrp="1"/>
          </p:cNvSpPr>
          <p:nvPr>
            <p:ph type="title"/>
          </p:nvPr>
        </p:nvSpPr>
        <p:spPr>
          <a:xfrm>
            <a:off x="719998" y="306000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WEB LAYERS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29" name="Google Shape;829;p39"/>
          <p:cNvSpPr txBox="1">
            <a:spLocks noGrp="1"/>
          </p:cNvSpPr>
          <p:nvPr>
            <p:ph type="subTitle" idx="1"/>
          </p:nvPr>
        </p:nvSpPr>
        <p:spPr>
          <a:xfrm>
            <a:off x="720000" y="289860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WEB SURFACE</a:t>
            </a:r>
            <a:endParaRPr dirty="0"/>
          </a:p>
        </p:txBody>
      </p:sp>
      <p:sp>
        <p:nvSpPr>
          <p:cNvPr id="830" name="Google Shape;830;p39"/>
          <p:cNvSpPr txBox="1">
            <a:spLocks noGrp="1"/>
          </p:cNvSpPr>
          <p:nvPr>
            <p:ph type="subTitle" idx="2"/>
          </p:nvPr>
        </p:nvSpPr>
        <p:spPr>
          <a:xfrm>
            <a:off x="212996" y="3245041"/>
            <a:ext cx="3044190" cy="127225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/>
              <a:t>Indexed</a:t>
            </a:r>
            <a:r>
              <a:rPr lang="fr-FR" dirty="0"/>
              <a:t> Site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 : Online </a:t>
            </a:r>
            <a:r>
              <a:rPr lang="fr-FR" dirty="0" err="1"/>
              <a:t>Store,Actuality</a:t>
            </a:r>
            <a:r>
              <a:rPr lang="fr-FR" dirty="0"/>
              <a:t>,...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tx2"/>
                </a:solidFill>
              </a:rPr>
              <a:t>800 000 </a:t>
            </a:r>
            <a:r>
              <a:rPr lang="fr-FR" dirty="0"/>
              <a:t>site per </a:t>
            </a:r>
            <a:r>
              <a:rPr lang="fr-FR" dirty="0" err="1"/>
              <a:t>day</a:t>
            </a:r>
            <a:endParaRPr lang="fr-F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tx2"/>
                </a:solidFill>
              </a:rPr>
              <a:t>4%</a:t>
            </a:r>
            <a:r>
              <a:rPr lang="fr-FR" dirty="0">
                <a:solidFill>
                  <a:schemeClr val="tx1"/>
                </a:solidFill>
              </a:rPr>
              <a:t> of Global Web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831" name="Google Shape;831;p39"/>
          <p:cNvSpPr txBox="1">
            <a:spLocks noGrp="1"/>
          </p:cNvSpPr>
          <p:nvPr>
            <p:ph type="subTitle" idx="3"/>
          </p:nvPr>
        </p:nvSpPr>
        <p:spPr>
          <a:xfrm>
            <a:off x="3467098" y="2887853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DEEP WEB</a:t>
            </a:r>
            <a:endParaRPr dirty="0"/>
          </a:p>
        </p:txBody>
      </p:sp>
      <p:sp>
        <p:nvSpPr>
          <p:cNvPr id="832" name="Google Shape;832;p39"/>
          <p:cNvSpPr txBox="1">
            <a:spLocks noGrp="1"/>
          </p:cNvSpPr>
          <p:nvPr>
            <p:ph type="subTitle" idx="4"/>
          </p:nvPr>
        </p:nvSpPr>
        <p:spPr>
          <a:xfrm>
            <a:off x="3262942" y="3292200"/>
            <a:ext cx="2747100" cy="12340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 </a:t>
            </a:r>
            <a:r>
              <a:rPr lang="fr-FR" dirty="0" err="1"/>
              <a:t>Indexed</a:t>
            </a:r>
            <a:r>
              <a:rPr lang="fr-FR" dirty="0"/>
              <a:t> Site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 : Document of the </a:t>
            </a:r>
            <a:r>
              <a:rPr lang="fr-FR" dirty="0" err="1"/>
              <a:t>gouvernement,Mail</a:t>
            </a:r>
            <a:r>
              <a:rPr lang="fr-FR" dirty="0"/>
              <a:t> Service,..</a:t>
            </a:r>
            <a:endParaRPr lang="fr-FR" dirty="0">
              <a:solidFill>
                <a:schemeClr val="tx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tx2"/>
                </a:solidFill>
              </a:rPr>
              <a:t>90%</a:t>
            </a:r>
            <a:r>
              <a:rPr lang="fr-FR" dirty="0">
                <a:solidFill>
                  <a:schemeClr val="tx1"/>
                </a:solidFill>
              </a:rPr>
              <a:t> of Global Web</a:t>
            </a:r>
            <a:endParaRPr lang="fr-FR" dirty="0"/>
          </a:p>
        </p:txBody>
      </p:sp>
      <p:sp>
        <p:nvSpPr>
          <p:cNvPr id="833" name="Google Shape;833;p39"/>
          <p:cNvSpPr txBox="1">
            <a:spLocks noGrp="1"/>
          </p:cNvSpPr>
          <p:nvPr>
            <p:ph type="subTitle" idx="5"/>
          </p:nvPr>
        </p:nvSpPr>
        <p:spPr>
          <a:xfrm>
            <a:off x="6451916" y="2898600"/>
            <a:ext cx="22098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DARK WEB</a:t>
            </a:r>
            <a:endParaRPr dirty="0"/>
          </a:p>
        </p:txBody>
      </p:sp>
      <p:sp>
        <p:nvSpPr>
          <p:cNvPr id="834" name="Google Shape;834;p39"/>
          <p:cNvSpPr txBox="1">
            <a:spLocks noGrp="1"/>
          </p:cNvSpPr>
          <p:nvPr>
            <p:ph type="subTitle" idx="6"/>
          </p:nvPr>
        </p:nvSpPr>
        <p:spPr>
          <a:xfrm>
            <a:off x="6115050" y="3292200"/>
            <a:ext cx="2926080" cy="12340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 </a:t>
            </a:r>
            <a:r>
              <a:rPr lang="fr-FR" dirty="0" err="1"/>
              <a:t>Indexed</a:t>
            </a:r>
            <a:r>
              <a:rPr lang="fr-FR" dirty="0"/>
              <a:t> Site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Ex : </a:t>
            </a:r>
            <a:r>
              <a:rPr lang="fr-FR" dirty="0" err="1"/>
              <a:t>Reddit</a:t>
            </a:r>
            <a:r>
              <a:rPr lang="fr-FR" dirty="0"/>
              <a:t>-Like </a:t>
            </a:r>
            <a:r>
              <a:rPr lang="fr-FR" dirty="0" err="1"/>
              <a:t>Forums,Leak</a:t>
            </a:r>
            <a:r>
              <a:rPr lang="fr-FR" dirty="0"/>
              <a:t> </a:t>
            </a:r>
            <a:r>
              <a:rPr lang="fr-FR" dirty="0" err="1"/>
              <a:t>Sited</a:t>
            </a:r>
            <a:endParaRPr lang="fr-FR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tx2"/>
                </a:solidFill>
              </a:rPr>
              <a:t>6% </a:t>
            </a:r>
            <a:r>
              <a:rPr lang="fr-FR">
                <a:solidFill>
                  <a:schemeClr val="tx1"/>
                </a:solidFill>
              </a:rPr>
              <a:t>of Global Web</a:t>
            </a:r>
            <a:endParaRPr lang="fr-FR" dirty="0">
              <a:solidFill>
                <a:schemeClr val="tx2"/>
              </a:solidFill>
            </a:endParaRPr>
          </a:p>
        </p:txBody>
      </p:sp>
      <p:grpSp>
        <p:nvGrpSpPr>
          <p:cNvPr id="31" name="Google Shape;8853;p71">
            <a:extLst>
              <a:ext uri="{FF2B5EF4-FFF2-40B4-BE49-F238E27FC236}">
                <a16:creationId xmlns:a16="http://schemas.microsoft.com/office/drawing/2014/main" id="{7539BE32-8826-5826-5C27-C0777CF3E013}"/>
              </a:ext>
            </a:extLst>
          </p:cNvPr>
          <p:cNvGrpSpPr/>
          <p:nvPr/>
        </p:nvGrpSpPr>
        <p:grpSpPr>
          <a:xfrm>
            <a:off x="3653562" y="1078195"/>
            <a:ext cx="1822288" cy="1673475"/>
            <a:chOff x="3348603" y="1236445"/>
            <a:chExt cx="749256" cy="695894"/>
          </a:xfrm>
        </p:grpSpPr>
        <p:grpSp>
          <p:nvGrpSpPr>
            <p:cNvPr id="32" name="Google Shape;8854;p71">
              <a:extLst>
                <a:ext uri="{FF2B5EF4-FFF2-40B4-BE49-F238E27FC236}">
                  <a16:creationId xmlns:a16="http://schemas.microsoft.com/office/drawing/2014/main" id="{4D02AB78-6CEC-8931-4B87-32E38FE359B5}"/>
                </a:ext>
              </a:extLst>
            </p:cNvPr>
            <p:cNvGrpSpPr/>
            <p:nvPr/>
          </p:nvGrpSpPr>
          <p:grpSpPr>
            <a:xfrm>
              <a:off x="3583779" y="1236445"/>
              <a:ext cx="293795" cy="285811"/>
              <a:chOff x="3750225" y="1774000"/>
              <a:chExt cx="149575" cy="145525"/>
            </a:xfrm>
          </p:grpSpPr>
          <p:sp>
            <p:nvSpPr>
              <p:cNvPr id="42" name="Google Shape;8855;p71">
                <a:extLst>
                  <a:ext uri="{FF2B5EF4-FFF2-40B4-BE49-F238E27FC236}">
                    <a16:creationId xmlns:a16="http://schemas.microsoft.com/office/drawing/2014/main" id="{CBC674EC-4795-6349-065A-0B427157178C}"/>
                  </a:ext>
                </a:extLst>
              </p:cNvPr>
              <p:cNvSpPr/>
              <p:nvPr/>
            </p:nvSpPr>
            <p:spPr>
              <a:xfrm>
                <a:off x="3750225" y="1774000"/>
                <a:ext cx="149575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5821" extrusionOk="0">
                    <a:moveTo>
                      <a:pt x="2652" y="1"/>
                    </a:moveTo>
                    <a:cubicBezTo>
                      <a:pt x="1473" y="1"/>
                      <a:pt x="333" y="843"/>
                      <a:pt x="176" y="2200"/>
                    </a:cubicBezTo>
                    <a:cubicBezTo>
                      <a:pt x="1" y="3763"/>
                      <a:pt x="1259" y="4955"/>
                      <a:pt x="2643" y="4955"/>
                    </a:cubicBezTo>
                    <a:cubicBezTo>
                      <a:pt x="3079" y="4955"/>
                      <a:pt x="3528" y="4836"/>
                      <a:pt x="3948" y="4573"/>
                    </a:cubicBezTo>
                    <a:lnTo>
                      <a:pt x="5203" y="5821"/>
                    </a:lnTo>
                    <a:lnTo>
                      <a:pt x="5982" y="5035"/>
                    </a:lnTo>
                    <a:lnTo>
                      <a:pt x="4735" y="3787"/>
                    </a:lnTo>
                    <a:cubicBezTo>
                      <a:pt x="5340" y="2813"/>
                      <a:pt x="5196" y="1544"/>
                      <a:pt x="4388" y="729"/>
                    </a:cubicBezTo>
                    <a:cubicBezTo>
                      <a:pt x="3888" y="228"/>
                      <a:pt x="3265" y="1"/>
                      <a:pt x="2652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8856;p71">
                <a:extLst>
                  <a:ext uri="{FF2B5EF4-FFF2-40B4-BE49-F238E27FC236}">
                    <a16:creationId xmlns:a16="http://schemas.microsoft.com/office/drawing/2014/main" id="{9DE66777-B83C-6C89-1D86-0EAF495319E1}"/>
                  </a:ext>
                </a:extLst>
              </p:cNvPr>
              <p:cNvSpPr/>
              <p:nvPr/>
            </p:nvSpPr>
            <p:spPr>
              <a:xfrm>
                <a:off x="3776075" y="1794931"/>
                <a:ext cx="82600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3152" extrusionOk="0">
                    <a:moveTo>
                      <a:pt x="1658" y="1"/>
                    </a:moveTo>
                    <a:cubicBezTo>
                      <a:pt x="853" y="1"/>
                      <a:pt x="162" y="612"/>
                      <a:pt x="87" y="1428"/>
                    </a:cubicBezTo>
                    <a:cubicBezTo>
                      <a:pt x="1" y="2294"/>
                      <a:pt x="635" y="3058"/>
                      <a:pt x="1501" y="3145"/>
                    </a:cubicBezTo>
                    <a:cubicBezTo>
                      <a:pt x="1550" y="3149"/>
                      <a:pt x="1598" y="3151"/>
                      <a:pt x="1647" y="3151"/>
                    </a:cubicBezTo>
                    <a:cubicBezTo>
                      <a:pt x="2451" y="3151"/>
                      <a:pt x="3142" y="2540"/>
                      <a:pt x="3217" y="1724"/>
                    </a:cubicBezTo>
                    <a:cubicBezTo>
                      <a:pt x="3304" y="858"/>
                      <a:pt x="2669" y="94"/>
                      <a:pt x="1804" y="7"/>
                    </a:cubicBezTo>
                    <a:cubicBezTo>
                      <a:pt x="1755" y="3"/>
                      <a:pt x="1706" y="1"/>
                      <a:pt x="165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8857;p71">
              <a:extLst>
                <a:ext uri="{FF2B5EF4-FFF2-40B4-BE49-F238E27FC236}">
                  <a16:creationId xmlns:a16="http://schemas.microsoft.com/office/drawing/2014/main" id="{BB95AD77-E42C-7E1F-7BAC-10DD33B813AE}"/>
                </a:ext>
              </a:extLst>
            </p:cNvPr>
            <p:cNvGrpSpPr/>
            <p:nvPr/>
          </p:nvGrpSpPr>
          <p:grpSpPr>
            <a:xfrm>
              <a:off x="3775534" y="1462599"/>
              <a:ext cx="322325" cy="285958"/>
              <a:chOff x="3847850" y="1889150"/>
              <a:chExt cx="164100" cy="145600"/>
            </a:xfrm>
          </p:grpSpPr>
          <p:sp>
            <p:nvSpPr>
              <p:cNvPr id="40" name="Google Shape;8858;p71">
                <a:extLst>
                  <a:ext uri="{FF2B5EF4-FFF2-40B4-BE49-F238E27FC236}">
                    <a16:creationId xmlns:a16="http://schemas.microsoft.com/office/drawing/2014/main" id="{0256469A-22A4-10C5-5B0C-D338D15115DA}"/>
                  </a:ext>
                </a:extLst>
              </p:cNvPr>
              <p:cNvSpPr/>
              <p:nvPr/>
            </p:nvSpPr>
            <p:spPr>
              <a:xfrm>
                <a:off x="3847850" y="1889150"/>
                <a:ext cx="164100" cy="145600"/>
              </a:xfrm>
              <a:custGeom>
                <a:avLst/>
                <a:gdLst/>
                <a:ahLst/>
                <a:cxnLst/>
                <a:rect l="l" t="t" r="r" b="b"/>
                <a:pathLst>
                  <a:path w="6564" h="5824" extrusionOk="0">
                    <a:moveTo>
                      <a:pt x="3329" y="0"/>
                    </a:moveTo>
                    <a:cubicBezTo>
                      <a:pt x="1439" y="0"/>
                      <a:pt x="206" y="2117"/>
                      <a:pt x="1255" y="3790"/>
                    </a:cubicBezTo>
                    <a:lnTo>
                      <a:pt x="0" y="5038"/>
                    </a:lnTo>
                    <a:lnTo>
                      <a:pt x="786" y="5824"/>
                    </a:lnTo>
                    <a:lnTo>
                      <a:pt x="2034" y="4569"/>
                    </a:lnTo>
                    <a:cubicBezTo>
                      <a:pt x="2441" y="4823"/>
                      <a:pt x="2897" y="4947"/>
                      <a:pt x="3350" y="4947"/>
                    </a:cubicBezTo>
                    <a:cubicBezTo>
                      <a:pt x="3989" y="4947"/>
                      <a:pt x="4622" y="4700"/>
                      <a:pt x="5099" y="4223"/>
                    </a:cubicBezTo>
                    <a:cubicBezTo>
                      <a:pt x="6563" y="2758"/>
                      <a:pt x="5683" y="248"/>
                      <a:pt x="3628" y="18"/>
                    </a:cubicBezTo>
                    <a:cubicBezTo>
                      <a:pt x="3527" y="6"/>
                      <a:pt x="3427" y="0"/>
                      <a:pt x="33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859;p71">
                <a:extLst>
                  <a:ext uri="{FF2B5EF4-FFF2-40B4-BE49-F238E27FC236}">
                    <a16:creationId xmlns:a16="http://schemas.microsoft.com/office/drawing/2014/main" id="{C4177F14-A361-E7A7-8FD1-D13D32130600}"/>
                  </a:ext>
                </a:extLst>
              </p:cNvPr>
              <p:cNvSpPr/>
              <p:nvPr/>
            </p:nvSpPr>
            <p:spPr>
              <a:xfrm>
                <a:off x="3887875" y="1912456"/>
                <a:ext cx="89450" cy="78700"/>
              </a:xfrm>
              <a:custGeom>
                <a:avLst/>
                <a:gdLst/>
                <a:ahLst/>
                <a:cxnLst/>
                <a:rect l="l" t="t" r="r" b="b"/>
                <a:pathLst>
                  <a:path w="3578" h="3148" extrusionOk="0">
                    <a:moveTo>
                      <a:pt x="1788" y="0"/>
                    </a:moveTo>
                    <a:cubicBezTo>
                      <a:pt x="1172" y="0"/>
                      <a:pt x="587" y="366"/>
                      <a:pt x="332" y="968"/>
                    </a:cubicBezTo>
                    <a:cubicBezTo>
                      <a:pt x="0" y="1769"/>
                      <a:pt x="383" y="2692"/>
                      <a:pt x="1183" y="3024"/>
                    </a:cubicBezTo>
                    <a:cubicBezTo>
                      <a:pt x="1382" y="3108"/>
                      <a:pt x="1588" y="3147"/>
                      <a:pt x="1790" y="3147"/>
                    </a:cubicBezTo>
                    <a:cubicBezTo>
                      <a:pt x="2405" y="3147"/>
                      <a:pt x="2989" y="2782"/>
                      <a:pt x="3239" y="2180"/>
                    </a:cubicBezTo>
                    <a:cubicBezTo>
                      <a:pt x="3578" y="1379"/>
                      <a:pt x="3195" y="456"/>
                      <a:pt x="2395" y="124"/>
                    </a:cubicBezTo>
                    <a:cubicBezTo>
                      <a:pt x="2196" y="40"/>
                      <a:pt x="1990" y="0"/>
                      <a:pt x="178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8860;p71">
              <a:extLst>
                <a:ext uri="{FF2B5EF4-FFF2-40B4-BE49-F238E27FC236}">
                  <a16:creationId xmlns:a16="http://schemas.microsoft.com/office/drawing/2014/main" id="{F07C064B-7AED-178C-4666-0378F4BD479A}"/>
                </a:ext>
              </a:extLst>
            </p:cNvPr>
            <p:cNvGrpSpPr/>
            <p:nvPr/>
          </p:nvGrpSpPr>
          <p:grpSpPr>
            <a:xfrm>
              <a:off x="3545329" y="1646528"/>
              <a:ext cx="293746" cy="285811"/>
              <a:chOff x="3730650" y="1982800"/>
              <a:chExt cx="149550" cy="145525"/>
            </a:xfrm>
          </p:grpSpPr>
          <p:sp>
            <p:nvSpPr>
              <p:cNvPr id="38" name="Google Shape;8861;p71">
                <a:extLst>
                  <a:ext uri="{FF2B5EF4-FFF2-40B4-BE49-F238E27FC236}">
                    <a16:creationId xmlns:a16="http://schemas.microsoft.com/office/drawing/2014/main" id="{F53AC344-F31C-CCD5-2F8F-F0B6A9DD929E}"/>
                  </a:ext>
                </a:extLst>
              </p:cNvPr>
              <p:cNvSpPr/>
              <p:nvPr/>
            </p:nvSpPr>
            <p:spPr>
              <a:xfrm>
                <a:off x="3730650" y="1982800"/>
                <a:ext cx="149550" cy="145525"/>
              </a:xfrm>
              <a:custGeom>
                <a:avLst/>
                <a:gdLst/>
                <a:ahLst/>
                <a:cxnLst/>
                <a:rect l="l" t="t" r="r" b="b"/>
                <a:pathLst>
                  <a:path w="5982" h="5821" extrusionOk="0">
                    <a:moveTo>
                      <a:pt x="786" y="0"/>
                    </a:moveTo>
                    <a:lnTo>
                      <a:pt x="0" y="787"/>
                    </a:lnTo>
                    <a:lnTo>
                      <a:pt x="1255" y="2034"/>
                    </a:lnTo>
                    <a:cubicBezTo>
                      <a:pt x="642" y="3008"/>
                      <a:pt x="786" y="4277"/>
                      <a:pt x="1601" y="5092"/>
                    </a:cubicBezTo>
                    <a:cubicBezTo>
                      <a:pt x="2102" y="5593"/>
                      <a:pt x="2724" y="5821"/>
                      <a:pt x="3335" y="5821"/>
                    </a:cubicBezTo>
                    <a:cubicBezTo>
                      <a:pt x="4512" y="5821"/>
                      <a:pt x="5649" y="4979"/>
                      <a:pt x="5806" y="3621"/>
                    </a:cubicBezTo>
                    <a:cubicBezTo>
                      <a:pt x="5981" y="2058"/>
                      <a:pt x="4723" y="867"/>
                      <a:pt x="3339" y="867"/>
                    </a:cubicBezTo>
                    <a:cubicBezTo>
                      <a:pt x="2903" y="867"/>
                      <a:pt x="2454" y="985"/>
                      <a:pt x="2034" y="1248"/>
                    </a:cubicBezTo>
                    <a:lnTo>
                      <a:pt x="78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8862;p71">
                <a:extLst>
                  <a:ext uri="{FF2B5EF4-FFF2-40B4-BE49-F238E27FC236}">
                    <a16:creationId xmlns:a16="http://schemas.microsoft.com/office/drawing/2014/main" id="{3960F74A-87A6-0D22-61DA-3BEB2CB97D2B}"/>
                  </a:ext>
                </a:extLst>
              </p:cNvPr>
              <p:cNvSpPr/>
              <p:nvPr/>
            </p:nvSpPr>
            <p:spPr>
              <a:xfrm>
                <a:off x="3771925" y="2027231"/>
                <a:ext cx="86575" cy="7875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0" extrusionOk="0">
                    <a:moveTo>
                      <a:pt x="1740" y="0"/>
                    </a:moveTo>
                    <a:cubicBezTo>
                      <a:pt x="1022" y="0"/>
                      <a:pt x="376" y="485"/>
                      <a:pt x="203" y="1209"/>
                    </a:cubicBezTo>
                    <a:cubicBezTo>
                      <a:pt x="1" y="2060"/>
                      <a:pt x="527" y="2904"/>
                      <a:pt x="1371" y="3106"/>
                    </a:cubicBezTo>
                    <a:cubicBezTo>
                      <a:pt x="1493" y="3135"/>
                      <a:pt x="1615" y="3149"/>
                      <a:pt x="1735" y="3149"/>
                    </a:cubicBezTo>
                    <a:cubicBezTo>
                      <a:pt x="2447" y="3149"/>
                      <a:pt x="3095" y="2660"/>
                      <a:pt x="3268" y="1938"/>
                    </a:cubicBezTo>
                    <a:cubicBezTo>
                      <a:pt x="3463" y="1094"/>
                      <a:pt x="2943" y="243"/>
                      <a:pt x="2099" y="41"/>
                    </a:cubicBezTo>
                    <a:cubicBezTo>
                      <a:pt x="1979" y="13"/>
                      <a:pt x="1858" y="0"/>
                      <a:pt x="174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8863;p71">
              <a:extLst>
                <a:ext uri="{FF2B5EF4-FFF2-40B4-BE49-F238E27FC236}">
                  <a16:creationId xmlns:a16="http://schemas.microsoft.com/office/drawing/2014/main" id="{747873E6-7241-8E8C-BAF7-C957E4D93F60}"/>
                </a:ext>
              </a:extLst>
            </p:cNvPr>
            <p:cNvGrpSpPr/>
            <p:nvPr/>
          </p:nvGrpSpPr>
          <p:grpSpPr>
            <a:xfrm>
              <a:off x="3348603" y="1415046"/>
              <a:ext cx="294384" cy="284387"/>
              <a:chOff x="3630494" y="1864938"/>
              <a:chExt cx="149875" cy="144800"/>
            </a:xfrm>
          </p:grpSpPr>
          <p:sp>
            <p:nvSpPr>
              <p:cNvPr id="36" name="Google Shape;8864;p71">
                <a:extLst>
                  <a:ext uri="{FF2B5EF4-FFF2-40B4-BE49-F238E27FC236}">
                    <a16:creationId xmlns:a16="http://schemas.microsoft.com/office/drawing/2014/main" id="{5B44F70B-AC12-A53E-30DE-7989591F7CE4}"/>
                  </a:ext>
                </a:extLst>
              </p:cNvPr>
              <p:cNvSpPr/>
              <p:nvPr/>
            </p:nvSpPr>
            <p:spPr>
              <a:xfrm>
                <a:off x="3630494" y="1864938"/>
                <a:ext cx="149875" cy="144800"/>
              </a:xfrm>
              <a:custGeom>
                <a:avLst/>
                <a:gdLst/>
                <a:ahLst/>
                <a:cxnLst/>
                <a:rect l="l" t="t" r="r" b="b"/>
                <a:pathLst>
                  <a:path w="5995" h="5792" extrusionOk="0">
                    <a:moveTo>
                      <a:pt x="5251" y="0"/>
                    </a:moveTo>
                    <a:lnTo>
                      <a:pt x="4025" y="1226"/>
                    </a:lnTo>
                    <a:cubicBezTo>
                      <a:pt x="3619" y="974"/>
                      <a:pt x="3165" y="852"/>
                      <a:pt x="2716" y="852"/>
                    </a:cubicBezTo>
                    <a:cubicBezTo>
                      <a:pt x="1986" y="852"/>
                      <a:pt x="1267" y="1174"/>
                      <a:pt x="780" y="1782"/>
                    </a:cubicBezTo>
                    <a:cubicBezTo>
                      <a:pt x="1" y="2770"/>
                      <a:pt x="80" y="4183"/>
                      <a:pt x="967" y="5070"/>
                    </a:cubicBezTo>
                    <a:cubicBezTo>
                      <a:pt x="1449" y="5548"/>
                      <a:pt x="2082" y="5792"/>
                      <a:pt x="2716" y="5792"/>
                    </a:cubicBezTo>
                    <a:cubicBezTo>
                      <a:pt x="3259" y="5792"/>
                      <a:pt x="3804" y="5613"/>
                      <a:pt x="4256" y="5251"/>
                    </a:cubicBezTo>
                    <a:cubicBezTo>
                      <a:pt x="5237" y="4472"/>
                      <a:pt x="5475" y="3073"/>
                      <a:pt x="4811" y="2012"/>
                    </a:cubicBezTo>
                    <a:lnTo>
                      <a:pt x="5994" y="822"/>
                    </a:lnTo>
                    <a:cubicBezTo>
                      <a:pt x="5872" y="736"/>
                      <a:pt x="5756" y="642"/>
                      <a:pt x="5655" y="541"/>
                    </a:cubicBezTo>
                    <a:cubicBezTo>
                      <a:pt x="5497" y="382"/>
                      <a:pt x="5360" y="202"/>
                      <a:pt x="525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8865;p71">
                <a:extLst>
                  <a:ext uri="{FF2B5EF4-FFF2-40B4-BE49-F238E27FC236}">
                    <a16:creationId xmlns:a16="http://schemas.microsoft.com/office/drawing/2014/main" id="{4737F440-4467-E722-B1B7-AFFFF97810F9}"/>
                  </a:ext>
                </a:extLst>
              </p:cNvPr>
              <p:cNvSpPr/>
              <p:nvPr/>
            </p:nvSpPr>
            <p:spPr>
              <a:xfrm>
                <a:off x="3654119" y="1906594"/>
                <a:ext cx="86575" cy="78800"/>
              </a:xfrm>
              <a:custGeom>
                <a:avLst/>
                <a:gdLst/>
                <a:ahLst/>
                <a:cxnLst/>
                <a:rect l="l" t="t" r="r" b="b"/>
                <a:pathLst>
                  <a:path w="3463" h="3152" extrusionOk="0">
                    <a:moveTo>
                      <a:pt x="1733" y="0"/>
                    </a:moveTo>
                    <a:cubicBezTo>
                      <a:pt x="1018" y="0"/>
                      <a:pt x="375" y="490"/>
                      <a:pt x="203" y="1212"/>
                    </a:cubicBezTo>
                    <a:cubicBezTo>
                      <a:pt x="1" y="2056"/>
                      <a:pt x="520" y="2907"/>
                      <a:pt x="1371" y="3109"/>
                    </a:cubicBezTo>
                    <a:cubicBezTo>
                      <a:pt x="1493" y="3138"/>
                      <a:pt x="1615" y="3152"/>
                      <a:pt x="1735" y="3152"/>
                    </a:cubicBezTo>
                    <a:cubicBezTo>
                      <a:pt x="2447" y="3152"/>
                      <a:pt x="3094" y="2662"/>
                      <a:pt x="3261" y="1940"/>
                    </a:cubicBezTo>
                    <a:cubicBezTo>
                      <a:pt x="3463" y="1096"/>
                      <a:pt x="2943" y="245"/>
                      <a:pt x="2099" y="43"/>
                    </a:cubicBezTo>
                    <a:cubicBezTo>
                      <a:pt x="1976" y="14"/>
                      <a:pt x="1854" y="0"/>
                      <a:pt x="1733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8986;p71">
            <a:extLst>
              <a:ext uri="{FF2B5EF4-FFF2-40B4-BE49-F238E27FC236}">
                <a16:creationId xmlns:a16="http://schemas.microsoft.com/office/drawing/2014/main" id="{883C2580-6A34-CF73-CFD8-853BE5A9B274}"/>
              </a:ext>
            </a:extLst>
          </p:cNvPr>
          <p:cNvGrpSpPr/>
          <p:nvPr/>
        </p:nvGrpSpPr>
        <p:grpSpPr>
          <a:xfrm>
            <a:off x="6463991" y="1078195"/>
            <a:ext cx="1710218" cy="1809339"/>
            <a:chOff x="2499700" y="1135950"/>
            <a:chExt cx="732402" cy="777990"/>
          </a:xfrm>
        </p:grpSpPr>
        <p:grpSp>
          <p:nvGrpSpPr>
            <p:cNvPr id="45" name="Google Shape;8987;p71">
              <a:extLst>
                <a:ext uri="{FF2B5EF4-FFF2-40B4-BE49-F238E27FC236}">
                  <a16:creationId xmlns:a16="http://schemas.microsoft.com/office/drawing/2014/main" id="{6DDFA8E7-69E7-256D-74AB-C6616D06E497}"/>
                </a:ext>
              </a:extLst>
            </p:cNvPr>
            <p:cNvGrpSpPr/>
            <p:nvPr/>
          </p:nvGrpSpPr>
          <p:grpSpPr>
            <a:xfrm>
              <a:off x="2499700" y="1135950"/>
              <a:ext cx="732402" cy="694705"/>
              <a:chOff x="2499700" y="1135950"/>
              <a:chExt cx="732402" cy="694705"/>
            </a:xfrm>
          </p:grpSpPr>
          <p:sp>
            <p:nvSpPr>
              <p:cNvPr id="52" name="Google Shape;8988;p71">
                <a:extLst>
                  <a:ext uri="{FF2B5EF4-FFF2-40B4-BE49-F238E27FC236}">
                    <a16:creationId xmlns:a16="http://schemas.microsoft.com/office/drawing/2014/main" id="{51A2775B-2C14-D0AA-1573-BDD334DE17FC}"/>
                  </a:ext>
                </a:extLst>
              </p:cNvPr>
              <p:cNvSpPr/>
              <p:nvPr/>
            </p:nvSpPr>
            <p:spPr>
              <a:xfrm>
                <a:off x="2721907" y="1135950"/>
                <a:ext cx="288719" cy="199571"/>
              </a:xfrm>
              <a:custGeom>
                <a:avLst/>
                <a:gdLst/>
                <a:ahLst/>
                <a:cxnLst/>
                <a:rect l="l" t="t" r="r" b="b"/>
                <a:pathLst>
                  <a:path w="81559" h="56376" extrusionOk="0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8989;p71">
                <a:extLst>
                  <a:ext uri="{FF2B5EF4-FFF2-40B4-BE49-F238E27FC236}">
                    <a16:creationId xmlns:a16="http://schemas.microsoft.com/office/drawing/2014/main" id="{3E653B61-3836-D9FC-6067-A2A73DE4B3A8}"/>
                  </a:ext>
                </a:extLst>
              </p:cNvPr>
              <p:cNvSpPr/>
              <p:nvPr/>
            </p:nvSpPr>
            <p:spPr>
              <a:xfrm>
                <a:off x="2499700" y="1313180"/>
                <a:ext cx="225119" cy="278853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772" extrusionOk="0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8990;p71">
                <a:extLst>
                  <a:ext uri="{FF2B5EF4-FFF2-40B4-BE49-F238E27FC236}">
                    <a16:creationId xmlns:a16="http://schemas.microsoft.com/office/drawing/2014/main" id="{B04B8A88-D9BD-5341-B79E-DDC632A80066}"/>
                  </a:ext>
                </a:extLst>
              </p:cNvPr>
              <p:cNvSpPr/>
              <p:nvPr/>
            </p:nvSpPr>
            <p:spPr>
              <a:xfrm>
                <a:off x="2721907" y="1317604"/>
                <a:ext cx="53599" cy="72899"/>
              </a:xfrm>
              <a:custGeom>
                <a:avLst/>
                <a:gdLst/>
                <a:ahLst/>
                <a:cxnLst/>
                <a:rect l="l" t="t" r="r" b="b"/>
                <a:pathLst>
                  <a:path w="15141" h="20593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8991;p71">
                <a:extLst>
                  <a:ext uri="{FF2B5EF4-FFF2-40B4-BE49-F238E27FC236}">
                    <a16:creationId xmlns:a16="http://schemas.microsoft.com/office/drawing/2014/main" id="{F5762538-1AFE-BCF5-9EA9-6E68853192B7}"/>
                  </a:ext>
                </a:extLst>
              </p:cNvPr>
              <p:cNvSpPr/>
              <p:nvPr/>
            </p:nvSpPr>
            <p:spPr>
              <a:xfrm>
                <a:off x="2764773" y="1334751"/>
                <a:ext cx="47171" cy="52173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4738" extrusionOk="0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8992;p71">
                <a:extLst>
                  <a:ext uri="{FF2B5EF4-FFF2-40B4-BE49-F238E27FC236}">
                    <a16:creationId xmlns:a16="http://schemas.microsoft.com/office/drawing/2014/main" id="{3FF1B04B-B6C2-C511-67BE-78A06D906A6D}"/>
                  </a:ext>
                </a:extLst>
              </p:cNvPr>
              <p:cNvSpPr/>
              <p:nvPr/>
            </p:nvSpPr>
            <p:spPr>
              <a:xfrm>
                <a:off x="2554001" y="1354757"/>
                <a:ext cx="187956" cy="201536"/>
              </a:xfrm>
              <a:custGeom>
                <a:avLst/>
                <a:gdLst/>
                <a:ahLst/>
                <a:cxnLst/>
                <a:rect l="l" t="t" r="r" b="b"/>
                <a:pathLst>
                  <a:path w="53095" h="56931" extrusionOk="0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8993;p71">
                <a:extLst>
                  <a:ext uri="{FF2B5EF4-FFF2-40B4-BE49-F238E27FC236}">
                    <a16:creationId xmlns:a16="http://schemas.microsoft.com/office/drawing/2014/main" id="{079B2689-96B8-917F-CF3B-39D220C4A9FA}"/>
                  </a:ext>
                </a:extLst>
              </p:cNvPr>
              <p:cNvSpPr/>
              <p:nvPr/>
            </p:nvSpPr>
            <p:spPr>
              <a:xfrm>
                <a:off x="2724763" y="1363329"/>
                <a:ext cx="46455" cy="58605"/>
              </a:xfrm>
              <a:custGeom>
                <a:avLst/>
                <a:gdLst/>
                <a:ahLst/>
                <a:cxnLst/>
                <a:rect l="l" t="t" r="r" b="b"/>
                <a:pathLst>
                  <a:path w="13123" h="1655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8994;p71">
                <a:extLst>
                  <a:ext uri="{FF2B5EF4-FFF2-40B4-BE49-F238E27FC236}">
                    <a16:creationId xmlns:a16="http://schemas.microsoft.com/office/drawing/2014/main" id="{96B5B0E7-A3B2-5C3E-90EF-360131F4865F}"/>
                  </a:ext>
                </a:extLst>
              </p:cNvPr>
              <p:cNvSpPr/>
              <p:nvPr/>
            </p:nvSpPr>
            <p:spPr>
              <a:xfrm>
                <a:off x="2587581" y="1591246"/>
                <a:ext cx="277288" cy="238695"/>
              </a:xfrm>
              <a:custGeom>
                <a:avLst/>
                <a:gdLst/>
                <a:ahLst/>
                <a:cxnLst/>
                <a:rect l="l" t="t" r="r" b="b"/>
                <a:pathLst>
                  <a:path w="78330" h="67428" extrusionOk="0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8995;p71">
                <a:extLst>
                  <a:ext uri="{FF2B5EF4-FFF2-40B4-BE49-F238E27FC236}">
                    <a16:creationId xmlns:a16="http://schemas.microsoft.com/office/drawing/2014/main" id="{02D98173-C30F-E784-3D88-105830F70D68}"/>
                  </a:ext>
                </a:extLst>
              </p:cNvPr>
              <p:cNvSpPr/>
              <p:nvPr/>
            </p:nvSpPr>
            <p:spPr>
              <a:xfrm>
                <a:off x="2631881" y="1556237"/>
                <a:ext cx="95768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7053" h="13123" extrusionOk="0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8996;p71">
                <a:extLst>
                  <a:ext uri="{FF2B5EF4-FFF2-40B4-BE49-F238E27FC236}">
                    <a16:creationId xmlns:a16="http://schemas.microsoft.com/office/drawing/2014/main" id="{289AD9B8-2DD1-BF02-5211-593AE3BB5F6A}"/>
                  </a:ext>
                </a:extLst>
              </p:cNvPr>
              <p:cNvSpPr/>
              <p:nvPr/>
            </p:nvSpPr>
            <p:spPr>
              <a:xfrm>
                <a:off x="2661889" y="1514798"/>
                <a:ext cx="66467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776" h="13325" extrusionOk="0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8997;p71">
                <a:extLst>
                  <a:ext uri="{FF2B5EF4-FFF2-40B4-BE49-F238E27FC236}">
                    <a16:creationId xmlns:a16="http://schemas.microsoft.com/office/drawing/2014/main" id="{912E5F4F-C8A4-E9C8-A424-43FDF22C9591}"/>
                  </a:ext>
                </a:extLst>
              </p:cNvPr>
              <p:cNvSpPr/>
              <p:nvPr/>
            </p:nvSpPr>
            <p:spPr>
              <a:xfrm>
                <a:off x="2635452" y="1602677"/>
                <a:ext cx="205108" cy="180094"/>
              </a:xfrm>
              <a:custGeom>
                <a:avLst/>
                <a:gdLst/>
                <a:ahLst/>
                <a:cxnLst/>
                <a:rect l="l" t="t" r="r" b="b"/>
                <a:pathLst>
                  <a:path w="57940" h="50874" extrusionOk="0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8998;p71">
                <a:extLst>
                  <a:ext uri="{FF2B5EF4-FFF2-40B4-BE49-F238E27FC236}">
                    <a16:creationId xmlns:a16="http://schemas.microsoft.com/office/drawing/2014/main" id="{1FD15F0B-9231-8792-3688-89EE4CD0B878}"/>
                  </a:ext>
                </a:extLst>
              </p:cNvPr>
              <p:cNvSpPr/>
              <p:nvPr/>
            </p:nvSpPr>
            <p:spPr>
              <a:xfrm>
                <a:off x="2676892" y="1560523"/>
                <a:ext cx="76471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21602" h="12719" extrusionOk="0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8999;p71">
                <a:extLst>
                  <a:ext uri="{FF2B5EF4-FFF2-40B4-BE49-F238E27FC236}">
                    <a16:creationId xmlns:a16="http://schemas.microsoft.com/office/drawing/2014/main" id="{7E20E468-8C37-E6FD-2452-4DC04533AD11}"/>
                  </a:ext>
                </a:extLst>
              </p:cNvPr>
              <p:cNvSpPr/>
              <p:nvPr/>
            </p:nvSpPr>
            <p:spPr>
              <a:xfrm>
                <a:off x="2864801" y="1592672"/>
                <a:ext cx="278003" cy="237984"/>
              </a:xfrm>
              <a:custGeom>
                <a:avLst/>
                <a:gdLst/>
                <a:ahLst/>
                <a:cxnLst/>
                <a:rect l="l" t="t" r="r" b="b"/>
                <a:pathLst>
                  <a:path w="78532" h="67227" extrusionOk="0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9000;p71">
                <a:extLst>
                  <a:ext uri="{FF2B5EF4-FFF2-40B4-BE49-F238E27FC236}">
                    <a16:creationId xmlns:a16="http://schemas.microsoft.com/office/drawing/2014/main" id="{0494C40A-B155-4C8E-A68E-34F79644F3C3}"/>
                  </a:ext>
                </a:extLst>
              </p:cNvPr>
              <p:cNvSpPr/>
              <p:nvPr/>
            </p:nvSpPr>
            <p:spPr>
              <a:xfrm>
                <a:off x="2840508" y="1660548"/>
                <a:ext cx="49316" cy="100770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28466" extrusionOk="0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9001;p71">
                <a:extLst>
                  <a:ext uri="{FF2B5EF4-FFF2-40B4-BE49-F238E27FC236}">
                    <a16:creationId xmlns:a16="http://schemas.microsoft.com/office/drawing/2014/main" id="{76821475-204E-0947-067C-C3AC62E63E6A}"/>
                  </a:ext>
                </a:extLst>
              </p:cNvPr>
              <p:cNvSpPr/>
              <p:nvPr/>
            </p:nvSpPr>
            <p:spPr>
              <a:xfrm>
                <a:off x="2816930" y="1644831"/>
                <a:ext cx="47886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220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9002;p71">
                <a:extLst>
                  <a:ext uri="{FF2B5EF4-FFF2-40B4-BE49-F238E27FC236}">
                    <a16:creationId xmlns:a16="http://schemas.microsoft.com/office/drawing/2014/main" id="{DBE29BD3-42BF-9B45-2F54-F47534F3560A}"/>
                  </a:ext>
                </a:extLst>
              </p:cNvPr>
              <p:cNvSpPr/>
              <p:nvPr/>
            </p:nvSpPr>
            <p:spPr>
              <a:xfrm>
                <a:off x="2889093" y="1602677"/>
                <a:ext cx="205823" cy="180809"/>
              </a:xfrm>
              <a:custGeom>
                <a:avLst/>
                <a:gdLst/>
                <a:ahLst/>
                <a:cxnLst/>
                <a:rect l="l" t="t" r="r" b="b"/>
                <a:pathLst>
                  <a:path w="58142" h="51076" extrusionOk="0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9003;p71">
                <a:extLst>
                  <a:ext uri="{FF2B5EF4-FFF2-40B4-BE49-F238E27FC236}">
                    <a16:creationId xmlns:a16="http://schemas.microsoft.com/office/drawing/2014/main" id="{AC336CAC-0C94-B2CF-B7F4-FF6E11D644C5}"/>
                  </a:ext>
                </a:extLst>
              </p:cNvPr>
              <p:cNvSpPr/>
              <p:nvPr/>
            </p:nvSpPr>
            <p:spPr>
              <a:xfrm>
                <a:off x="2864801" y="1644831"/>
                <a:ext cx="48601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22005" extrusionOk="0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9004;p71">
                <a:extLst>
                  <a:ext uri="{FF2B5EF4-FFF2-40B4-BE49-F238E27FC236}">
                    <a16:creationId xmlns:a16="http://schemas.microsoft.com/office/drawing/2014/main" id="{F849D53B-F6F9-0741-4768-D595CA904665}"/>
                  </a:ext>
                </a:extLst>
              </p:cNvPr>
              <p:cNvSpPr/>
              <p:nvPr/>
            </p:nvSpPr>
            <p:spPr>
              <a:xfrm>
                <a:off x="2864086" y="1653402"/>
                <a:ext cx="2149" cy="7151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020" extrusionOk="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9005;p71">
                <a:extLst>
                  <a:ext uri="{FF2B5EF4-FFF2-40B4-BE49-F238E27FC236}">
                    <a16:creationId xmlns:a16="http://schemas.microsoft.com/office/drawing/2014/main" id="{DC0B9499-503F-FF9B-3220-F5BAD43D4CF8}"/>
                  </a:ext>
                </a:extLst>
              </p:cNvPr>
              <p:cNvSpPr/>
              <p:nvPr/>
            </p:nvSpPr>
            <p:spPr>
              <a:xfrm>
                <a:off x="3006983" y="1313318"/>
                <a:ext cx="225119" cy="279430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935" extrusionOk="0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9006;p71">
                <a:extLst>
                  <a:ext uri="{FF2B5EF4-FFF2-40B4-BE49-F238E27FC236}">
                    <a16:creationId xmlns:a16="http://schemas.microsoft.com/office/drawing/2014/main" id="{709A03D5-3B76-9FFC-78CD-EAF5CCA52BFE}"/>
                  </a:ext>
                </a:extLst>
              </p:cNvPr>
              <p:cNvSpPr/>
              <p:nvPr/>
            </p:nvSpPr>
            <p:spPr>
              <a:xfrm>
                <a:off x="2956256" y="1319034"/>
                <a:ext cx="54314" cy="72184"/>
              </a:xfrm>
              <a:custGeom>
                <a:avLst/>
                <a:gdLst/>
                <a:ahLst/>
                <a:cxnLst/>
                <a:rect l="l" t="t" r="r" b="b"/>
                <a:pathLst>
                  <a:path w="15343" h="20391" extrusionOk="0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9007;p71">
                <a:extLst>
                  <a:ext uri="{FF2B5EF4-FFF2-40B4-BE49-F238E27FC236}">
                    <a16:creationId xmlns:a16="http://schemas.microsoft.com/office/drawing/2014/main" id="{0364BFCC-3AE6-A33B-FD09-A785D85F634B}"/>
                  </a:ext>
                </a:extLst>
              </p:cNvPr>
              <p:cNvSpPr/>
              <p:nvPr/>
            </p:nvSpPr>
            <p:spPr>
              <a:xfrm>
                <a:off x="2919817" y="1335466"/>
                <a:ext cx="47886" cy="5288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14940" extrusionOk="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9008;p71">
                <a:extLst>
                  <a:ext uri="{FF2B5EF4-FFF2-40B4-BE49-F238E27FC236}">
                    <a16:creationId xmlns:a16="http://schemas.microsoft.com/office/drawing/2014/main" id="{FEBF608B-8E22-4ADF-2832-F104D3A0017F}"/>
                  </a:ext>
                </a:extLst>
              </p:cNvPr>
              <p:cNvSpPr/>
              <p:nvPr/>
            </p:nvSpPr>
            <p:spPr>
              <a:xfrm>
                <a:off x="3002697" y="1557663"/>
                <a:ext cx="95053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6851" h="13123" extrusionOk="0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9009;p71">
                <a:extLst>
                  <a:ext uri="{FF2B5EF4-FFF2-40B4-BE49-F238E27FC236}">
                    <a16:creationId xmlns:a16="http://schemas.microsoft.com/office/drawing/2014/main" id="{BB5E75DC-4723-66D9-F6AC-0C57A0181968}"/>
                  </a:ext>
                </a:extLst>
              </p:cNvPr>
              <p:cNvSpPr/>
              <p:nvPr/>
            </p:nvSpPr>
            <p:spPr>
              <a:xfrm>
                <a:off x="2975545" y="1561238"/>
                <a:ext cx="78616" cy="45740"/>
              </a:xfrm>
              <a:custGeom>
                <a:avLst/>
                <a:gdLst/>
                <a:ahLst/>
                <a:cxnLst/>
                <a:rect l="l" t="t" r="r" b="b"/>
                <a:pathLst>
                  <a:path w="22208" h="12921" extrusionOk="0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9010;p71">
                <a:extLst>
                  <a:ext uri="{FF2B5EF4-FFF2-40B4-BE49-F238E27FC236}">
                    <a16:creationId xmlns:a16="http://schemas.microsoft.com/office/drawing/2014/main" id="{432291CC-D6B2-0553-AA50-2F9E274439D0}"/>
                  </a:ext>
                </a:extLst>
              </p:cNvPr>
              <p:cNvSpPr/>
              <p:nvPr/>
            </p:nvSpPr>
            <p:spPr>
              <a:xfrm>
                <a:off x="2959827" y="1364044"/>
                <a:ext cx="47171" cy="60035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6959" extrusionOk="0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9011;p71">
                <a:extLst>
                  <a:ext uri="{FF2B5EF4-FFF2-40B4-BE49-F238E27FC236}">
                    <a16:creationId xmlns:a16="http://schemas.microsoft.com/office/drawing/2014/main" id="{BDAA8F83-AD67-4684-BA66-D89455DD26A8}"/>
                  </a:ext>
                </a:extLst>
              </p:cNvPr>
              <p:cNvSpPr/>
              <p:nvPr/>
            </p:nvSpPr>
            <p:spPr>
              <a:xfrm>
                <a:off x="3002697" y="1515509"/>
                <a:ext cx="67179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3325" extrusionOk="0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9012;p71">
                <a:extLst>
                  <a:ext uri="{FF2B5EF4-FFF2-40B4-BE49-F238E27FC236}">
                    <a16:creationId xmlns:a16="http://schemas.microsoft.com/office/drawing/2014/main" id="{9EB655A9-F8DD-BFBB-3DC4-19B812DA9EAD}"/>
                  </a:ext>
                </a:extLst>
              </p:cNvPr>
              <p:cNvSpPr/>
              <p:nvPr/>
            </p:nvSpPr>
            <p:spPr>
              <a:xfrm>
                <a:off x="3001982" y="1561238"/>
                <a:ext cx="719" cy="4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" extrusionOk="0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9013;p71">
                <a:extLst>
                  <a:ext uri="{FF2B5EF4-FFF2-40B4-BE49-F238E27FC236}">
                    <a16:creationId xmlns:a16="http://schemas.microsoft.com/office/drawing/2014/main" id="{12F3383F-07CD-ED78-ADA7-306F3E680724}"/>
                  </a:ext>
                </a:extLst>
              </p:cNvPr>
              <p:cNvSpPr/>
              <p:nvPr/>
            </p:nvSpPr>
            <p:spPr>
              <a:xfrm>
                <a:off x="2727622" y="1560523"/>
                <a:ext cx="4" cy="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9014;p71">
                <a:extLst>
                  <a:ext uri="{FF2B5EF4-FFF2-40B4-BE49-F238E27FC236}">
                    <a16:creationId xmlns:a16="http://schemas.microsoft.com/office/drawing/2014/main" id="{7033DB0C-90E9-6B75-A228-E299FAC72046}"/>
                  </a:ext>
                </a:extLst>
              </p:cNvPr>
              <p:cNvSpPr/>
              <p:nvPr/>
            </p:nvSpPr>
            <p:spPr>
              <a:xfrm>
                <a:off x="2706186" y="1356898"/>
                <a:ext cx="321598" cy="311591"/>
              </a:xfrm>
              <a:custGeom>
                <a:avLst/>
                <a:gdLst/>
                <a:ahLst/>
                <a:cxnLst/>
                <a:rect l="l" t="t" r="r" b="b"/>
                <a:pathLst>
                  <a:path w="90847" h="88020" fill="none" extrusionOk="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miter lim="20187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" name="Google Shape;9015;p71">
              <a:extLst>
                <a:ext uri="{FF2B5EF4-FFF2-40B4-BE49-F238E27FC236}">
                  <a16:creationId xmlns:a16="http://schemas.microsoft.com/office/drawing/2014/main" id="{F41A8826-B7CC-1005-6760-0E2BD9574896}"/>
                </a:ext>
              </a:extLst>
            </p:cNvPr>
            <p:cNvGrpSpPr/>
            <p:nvPr/>
          </p:nvGrpSpPr>
          <p:grpSpPr>
            <a:xfrm>
              <a:off x="2517909" y="1188726"/>
              <a:ext cx="702702" cy="725214"/>
              <a:chOff x="2517909" y="1188726"/>
              <a:chExt cx="702702" cy="725214"/>
            </a:xfrm>
          </p:grpSpPr>
          <p:sp>
            <p:nvSpPr>
              <p:cNvPr id="47" name="Google Shape;9016;p71">
                <a:extLst>
                  <a:ext uri="{FF2B5EF4-FFF2-40B4-BE49-F238E27FC236}">
                    <a16:creationId xmlns:a16="http://schemas.microsoft.com/office/drawing/2014/main" id="{896823F5-9C97-23E4-6B31-2986715E7BD9}"/>
                  </a:ext>
                </a:extLst>
              </p:cNvPr>
              <p:cNvSpPr/>
              <p:nvPr/>
            </p:nvSpPr>
            <p:spPr>
              <a:xfrm>
                <a:off x="2621966" y="1188726"/>
                <a:ext cx="114832" cy="86149"/>
              </a:xfrm>
              <a:custGeom>
                <a:avLst/>
                <a:gdLst/>
                <a:ahLst/>
                <a:cxnLst/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017;p71">
                <a:extLst>
                  <a:ext uri="{FF2B5EF4-FFF2-40B4-BE49-F238E27FC236}">
                    <a16:creationId xmlns:a16="http://schemas.microsoft.com/office/drawing/2014/main" id="{23A025B3-A075-B6CA-3987-D3B2F6C0CD7C}"/>
                  </a:ext>
                </a:extLst>
              </p:cNvPr>
              <p:cNvSpPr/>
              <p:nvPr/>
            </p:nvSpPr>
            <p:spPr>
              <a:xfrm>
                <a:off x="2517909" y="1543306"/>
                <a:ext cx="54396" cy="134951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018;p71">
                <a:extLst>
                  <a:ext uri="{FF2B5EF4-FFF2-40B4-BE49-F238E27FC236}">
                    <a16:creationId xmlns:a16="http://schemas.microsoft.com/office/drawing/2014/main" id="{3C2F8DBF-2F9F-A612-7C8D-EA5641692CCD}"/>
                  </a:ext>
                </a:extLst>
              </p:cNvPr>
              <p:cNvSpPr/>
              <p:nvPr/>
            </p:nvSpPr>
            <p:spPr>
              <a:xfrm>
                <a:off x="3174265" y="1556894"/>
                <a:ext cx="46346" cy="135275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019;p71">
                <a:extLst>
                  <a:ext uri="{FF2B5EF4-FFF2-40B4-BE49-F238E27FC236}">
                    <a16:creationId xmlns:a16="http://schemas.microsoft.com/office/drawing/2014/main" id="{449F4EAF-CE36-30E9-48AB-02470CBF9CB6}"/>
                  </a:ext>
                </a:extLst>
              </p:cNvPr>
              <p:cNvSpPr/>
              <p:nvPr/>
            </p:nvSpPr>
            <p:spPr>
              <a:xfrm>
                <a:off x="3023194" y="1197200"/>
                <a:ext cx="116417" cy="8352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020;p71">
                <a:extLst>
                  <a:ext uri="{FF2B5EF4-FFF2-40B4-BE49-F238E27FC236}">
                    <a16:creationId xmlns:a16="http://schemas.microsoft.com/office/drawing/2014/main" id="{7308118B-BD8A-2E2D-A4E6-7470BDA2BE76}"/>
                  </a:ext>
                </a:extLst>
              </p:cNvPr>
              <p:cNvSpPr/>
              <p:nvPr/>
            </p:nvSpPr>
            <p:spPr>
              <a:xfrm rot="8660313">
                <a:off x="2818264" y="1804296"/>
                <a:ext cx="116433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7" name="Google Shape;8973;p71">
            <a:extLst>
              <a:ext uri="{FF2B5EF4-FFF2-40B4-BE49-F238E27FC236}">
                <a16:creationId xmlns:a16="http://schemas.microsoft.com/office/drawing/2014/main" id="{0F7E3604-44DA-5F9B-6DC0-3EDA08509EDE}"/>
              </a:ext>
            </a:extLst>
          </p:cNvPr>
          <p:cNvGrpSpPr/>
          <p:nvPr/>
        </p:nvGrpSpPr>
        <p:grpSpPr>
          <a:xfrm>
            <a:off x="957192" y="1321491"/>
            <a:ext cx="1423999" cy="1380309"/>
            <a:chOff x="649648" y="271400"/>
            <a:chExt cx="6215377" cy="5455143"/>
          </a:xfrm>
        </p:grpSpPr>
        <p:sp>
          <p:nvSpPr>
            <p:cNvPr id="108" name="Google Shape;8974;p71">
              <a:extLst>
                <a:ext uri="{FF2B5EF4-FFF2-40B4-BE49-F238E27FC236}">
                  <a16:creationId xmlns:a16="http://schemas.microsoft.com/office/drawing/2014/main" id="{5CFF07E2-0AE2-038B-F8D9-C78338D37896}"/>
                </a:ext>
              </a:extLst>
            </p:cNvPr>
            <p:cNvSpPr/>
            <p:nvPr/>
          </p:nvSpPr>
          <p:spPr>
            <a:xfrm>
              <a:off x="2641907" y="3717593"/>
              <a:ext cx="3573900" cy="2008950"/>
            </a:xfrm>
            <a:custGeom>
              <a:avLst/>
              <a:gdLst/>
              <a:ahLst/>
              <a:cxnLst/>
              <a:rect l="l" t="t" r="r" b="b"/>
              <a:pathLst>
                <a:path w="142956" h="80358" fill="none" extrusionOk="0">
                  <a:moveTo>
                    <a:pt x="0" y="50612"/>
                  </a:moveTo>
                  <a:cubicBezTo>
                    <a:pt x="53053" y="80357"/>
                    <a:pt x="120314" y="56605"/>
                    <a:pt x="142956" y="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8975;p71">
              <a:extLst>
                <a:ext uri="{FF2B5EF4-FFF2-40B4-BE49-F238E27FC236}">
                  <a16:creationId xmlns:a16="http://schemas.microsoft.com/office/drawing/2014/main" id="{74909E94-6440-B9FD-845D-479EB404011E}"/>
                </a:ext>
              </a:extLst>
            </p:cNvPr>
            <p:cNvSpPr/>
            <p:nvPr/>
          </p:nvSpPr>
          <p:spPr>
            <a:xfrm>
              <a:off x="1359875" y="2446825"/>
              <a:ext cx="338550" cy="1598275"/>
            </a:xfrm>
            <a:custGeom>
              <a:avLst/>
              <a:gdLst/>
              <a:ahLst/>
              <a:cxnLst/>
              <a:rect l="l" t="t" r="r" b="b"/>
              <a:pathLst>
                <a:path w="13542" h="63931" fill="none" extrusionOk="0">
                  <a:moveTo>
                    <a:pt x="888" y="0"/>
                  </a:moveTo>
                  <a:cubicBezTo>
                    <a:pt x="223" y="4440"/>
                    <a:pt x="1" y="9102"/>
                    <a:pt x="1" y="13763"/>
                  </a:cubicBezTo>
                  <a:cubicBezTo>
                    <a:pt x="1" y="31300"/>
                    <a:pt x="4662" y="48614"/>
                    <a:pt x="13541" y="63931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8976;p71">
              <a:extLst>
                <a:ext uri="{FF2B5EF4-FFF2-40B4-BE49-F238E27FC236}">
                  <a16:creationId xmlns:a16="http://schemas.microsoft.com/office/drawing/2014/main" id="{794882DB-5D9F-D7FF-7698-CA5B4A69BC33}"/>
                </a:ext>
              </a:extLst>
            </p:cNvPr>
            <p:cNvSpPr/>
            <p:nvPr/>
          </p:nvSpPr>
          <p:spPr>
            <a:xfrm>
              <a:off x="1709500" y="271400"/>
              <a:ext cx="5149975" cy="2519525"/>
            </a:xfrm>
            <a:custGeom>
              <a:avLst/>
              <a:gdLst/>
              <a:ahLst/>
              <a:cxnLst/>
              <a:rect l="l" t="t" r="r" b="b"/>
              <a:pathLst>
                <a:path w="205999" h="100781" fill="none" extrusionOk="0">
                  <a:moveTo>
                    <a:pt x="187352" y="100780"/>
                  </a:moveTo>
                  <a:cubicBezTo>
                    <a:pt x="187352" y="77694"/>
                    <a:pt x="179361" y="55496"/>
                    <a:pt x="165154" y="37738"/>
                  </a:cubicBezTo>
                  <a:lnTo>
                    <a:pt x="187352" y="37738"/>
                  </a:lnTo>
                  <a:cubicBezTo>
                    <a:pt x="197563" y="37738"/>
                    <a:pt x="205998" y="29302"/>
                    <a:pt x="205998" y="18869"/>
                  </a:cubicBezTo>
                  <a:cubicBezTo>
                    <a:pt x="205998" y="8436"/>
                    <a:pt x="197563" y="1"/>
                    <a:pt x="187352" y="1"/>
                  </a:cubicBezTo>
                  <a:lnTo>
                    <a:pt x="91012" y="1"/>
                  </a:lnTo>
                  <a:lnTo>
                    <a:pt x="89681" y="1"/>
                  </a:lnTo>
                  <a:lnTo>
                    <a:pt x="86573" y="1"/>
                  </a:lnTo>
                  <a:cubicBezTo>
                    <a:pt x="51056" y="1"/>
                    <a:pt x="17981" y="18869"/>
                    <a:pt x="0" y="49725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8977;p71">
              <a:extLst>
                <a:ext uri="{FF2B5EF4-FFF2-40B4-BE49-F238E27FC236}">
                  <a16:creationId xmlns:a16="http://schemas.microsoft.com/office/drawing/2014/main" id="{120A4775-155E-188E-0F33-C5F432759619}"/>
                </a:ext>
              </a:extLst>
            </p:cNvPr>
            <p:cNvSpPr/>
            <p:nvPr/>
          </p:nvSpPr>
          <p:spPr>
            <a:xfrm>
              <a:off x="5965975" y="415700"/>
              <a:ext cx="754750" cy="754750"/>
            </a:xfrm>
            <a:custGeom>
              <a:avLst/>
              <a:gdLst/>
              <a:ahLst/>
              <a:cxnLst/>
              <a:rect l="l" t="t" r="r" b="b"/>
              <a:pathLst>
                <a:path w="30190" h="30190" fill="none" extrusionOk="0">
                  <a:moveTo>
                    <a:pt x="17315" y="0"/>
                  </a:moveTo>
                  <a:cubicBezTo>
                    <a:pt x="5772" y="0"/>
                    <a:pt x="0" y="13763"/>
                    <a:pt x="7992" y="21977"/>
                  </a:cubicBezTo>
                  <a:cubicBezTo>
                    <a:pt x="16205" y="30190"/>
                    <a:pt x="30190" y="24418"/>
                    <a:pt x="30190" y="12875"/>
                  </a:cubicBezTo>
                  <a:cubicBezTo>
                    <a:pt x="30190" y="5772"/>
                    <a:pt x="24418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8978;p71">
              <a:extLst>
                <a:ext uri="{FF2B5EF4-FFF2-40B4-BE49-F238E27FC236}">
                  <a16:creationId xmlns:a16="http://schemas.microsoft.com/office/drawing/2014/main" id="{23D4B2D8-0A5C-E253-1C1F-FD012B46DC94}"/>
                </a:ext>
              </a:extLst>
            </p:cNvPr>
            <p:cNvSpPr/>
            <p:nvPr/>
          </p:nvSpPr>
          <p:spPr>
            <a:xfrm>
              <a:off x="699475" y="2457925"/>
              <a:ext cx="5183275" cy="2647150"/>
            </a:xfrm>
            <a:custGeom>
              <a:avLst/>
              <a:gdLst/>
              <a:ahLst/>
              <a:cxnLst/>
              <a:rect l="l" t="t" r="r" b="b"/>
              <a:pathLst>
                <a:path w="207331" h="105886" fill="none" extrusionOk="0">
                  <a:moveTo>
                    <a:pt x="39513" y="0"/>
                  </a:moveTo>
                  <a:cubicBezTo>
                    <a:pt x="38847" y="4440"/>
                    <a:pt x="38404" y="8880"/>
                    <a:pt x="38626" y="13319"/>
                  </a:cubicBezTo>
                  <a:cubicBezTo>
                    <a:pt x="38404" y="31300"/>
                    <a:pt x="43953" y="48836"/>
                    <a:pt x="54164" y="63487"/>
                  </a:cubicBezTo>
                  <a:lnTo>
                    <a:pt x="18869" y="63487"/>
                  </a:lnTo>
                  <a:cubicBezTo>
                    <a:pt x="8436" y="63487"/>
                    <a:pt x="1" y="71922"/>
                    <a:pt x="1" y="82355"/>
                  </a:cubicBezTo>
                  <a:cubicBezTo>
                    <a:pt x="1" y="92566"/>
                    <a:pt x="8436" y="101002"/>
                    <a:pt x="18869" y="101002"/>
                  </a:cubicBezTo>
                  <a:lnTo>
                    <a:pt x="116097" y="101002"/>
                  </a:lnTo>
                  <a:cubicBezTo>
                    <a:pt x="154277" y="105885"/>
                    <a:pt x="191126" y="85463"/>
                    <a:pt x="207331" y="5039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8979;p71">
              <a:extLst>
                <a:ext uri="{FF2B5EF4-FFF2-40B4-BE49-F238E27FC236}">
                  <a16:creationId xmlns:a16="http://schemas.microsoft.com/office/drawing/2014/main" id="{40BC442D-F419-6405-667E-F2D0B3EADEF1}"/>
                </a:ext>
              </a:extLst>
            </p:cNvPr>
            <p:cNvSpPr/>
            <p:nvPr/>
          </p:nvSpPr>
          <p:spPr>
            <a:xfrm>
              <a:off x="2075775" y="387950"/>
              <a:ext cx="4012325" cy="2402975"/>
            </a:xfrm>
            <a:custGeom>
              <a:avLst/>
              <a:gdLst/>
              <a:ahLst/>
              <a:cxnLst/>
              <a:rect l="l" t="t" r="r" b="b"/>
              <a:pathLst>
                <a:path w="160493" h="96119" fill="none" extrusionOk="0">
                  <a:moveTo>
                    <a:pt x="160492" y="96118"/>
                  </a:moveTo>
                  <a:cubicBezTo>
                    <a:pt x="160492" y="57494"/>
                    <a:pt x="135630" y="23530"/>
                    <a:pt x="99003" y="11765"/>
                  </a:cubicBezTo>
                  <a:cubicBezTo>
                    <a:pt x="62377" y="0"/>
                    <a:pt x="22420" y="13097"/>
                    <a:pt x="0" y="44397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8980;p71">
              <a:extLst>
                <a:ext uri="{FF2B5EF4-FFF2-40B4-BE49-F238E27FC236}">
                  <a16:creationId xmlns:a16="http://schemas.microsoft.com/office/drawing/2014/main" id="{D4913E7F-A22A-6DAF-B966-36A43CAF7300}"/>
                </a:ext>
              </a:extLst>
            </p:cNvPr>
            <p:cNvSpPr/>
            <p:nvPr/>
          </p:nvSpPr>
          <p:spPr>
            <a:xfrm>
              <a:off x="649648" y="670971"/>
              <a:ext cx="5183118" cy="4298214"/>
            </a:xfrm>
            <a:custGeom>
              <a:avLst/>
              <a:gdLst/>
              <a:ahLst/>
              <a:cxnLst/>
              <a:rect l="l" t="t" r="r" b="b"/>
              <a:pathLst>
                <a:path w="205333" h="170260" fill="none" extrusionOk="0">
                  <a:moveTo>
                    <a:pt x="205333" y="84575"/>
                  </a:moveTo>
                  <a:cubicBezTo>
                    <a:pt x="205333" y="51944"/>
                    <a:pt x="185133" y="22865"/>
                    <a:pt x="154721" y="11322"/>
                  </a:cubicBezTo>
                  <a:cubicBezTo>
                    <a:pt x="124088" y="1"/>
                    <a:pt x="89681" y="8880"/>
                    <a:pt x="68371" y="33520"/>
                  </a:cubicBezTo>
                  <a:lnTo>
                    <a:pt x="18869" y="33520"/>
                  </a:lnTo>
                  <a:cubicBezTo>
                    <a:pt x="8436" y="33520"/>
                    <a:pt x="1" y="41955"/>
                    <a:pt x="1" y="52388"/>
                  </a:cubicBezTo>
                  <a:cubicBezTo>
                    <a:pt x="1" y="62599"/>
                    <a:pt x="8436" y="71034"/>
                    <a:pt x="18869" y="71034"/>
                  </a:cubicBezTo>
                  <a:lnTo>
                    <a:pt x="50612" y="71034"/>
                  </a:lnTo>
                  <a:cubicBezTo>
                    <a:pt x="44175" y="108549"/>
                    <a:pt x="65929" y="145176"/>
                    <a:pt x="101668" y="157607"/>
                  </a:cubicBezTo>
                  <a:cubicBezTo>
                    <a:pt x="137629" y="170260"/>
                    <a:pt x="177363" y="155165"/>
                    <a:pt x="195788" y="12186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8981;p71">
              <a:extLst>
                <a:ext uri="{FF2B5EF4-FFF2-40B4-BE49-F238E27FC236}">
                  <a16:creationId xmlns:a16="http://schemas.microsoft.com/office/drawing/2014/main" id="{59E5E0CA-342B-11A1-F106-22E706E7177F}"/>
                </a:ext>
              </a:extLst>
            </p:cNvPr>
            <p:cNvSpPr/>
            <p:nvPr/>
          </p:nvSpPr>
          <p:spPr>
            <a:xfrm>
              <a:off x="1731700" y="1059450"/>
              <a:ext cx="5133325" cy="3762600"/>
            </a:xfrm>
            <a:custGeom>
              <a:avLst/>
              <a:gdLst/>
              <a:ahLst/>
              <a:cxnLst/>
              <a:rect l="l" t="t" r="r" b="b"/>
              <a:pathLst>
                <a:path w="205333" h="150504" fill="none" extrusionOk="0">
                  <a:moveTo>
                    <a:pt x="85685" y="0"/>
                  </a:moveTo>
                  <a:cubicBezTo>
                    <a:pt x="33297" y="222"/>
                    <a:pt x="0" y="56383"/>
                    <a:pt x="25306" y="102333"/>
                  </a:cubicBezTo>
                  <a:cubicBezTo>
                    <a:pt x="50390" y="148283"/>
                    <a:pt x="115652" y="150503"/>
                    <a:pt x="144066" y="106551"/>
                  </a:cubicBezTo>
                  <a:lnTo>
                    <a:pt x="186464" y="106551"/>
                  </a:lnTo>
                  <a:cubicBezTo>
                    <a:pt x="196897" y="106551"/>
                    <a:pt x="205332" y="98116"/>
                    <a:pt x="205332" y="87683"/>
                  </a:cubicBezTo>
                  <a:cubicBezTo>
                    <a:pt x="205332" y="77250"/>
                    <a:pt x="196897" y="68814"/>
                    <a:pt x="186464" y="68814"/>
                  </a:cubicBezTo>
                  <a:lnTo>
                    <a:pt x="154943" y="68814"/>
                  </a:lnTo>
                  <a:cubicBezTo>
                    <a:pt x="154721" y="30856"/>
                    <a:pt x="123865" y="0"/>
                    <a:pt x="8568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8982;p71">
              <a:extLst>
                <a:ext uri="{FF2B5EF4-FFF2-40B4-BE49-F238E27FC236}">
                  <a16:creationId xmlns:a16="http://schemas.microsoft.com/office/drawing/2014/main" id="{C258F643-B761-5B85-DD9C-9C6DF3F9214D}"/>
                </a:ext>
              </a:extLst>
            </p:cNvPr>
            <p:cNvSpPr/>
            <p:nvPr/>
          </p:nvSpPr>
          <p:spPr>
            <a:xfrm>
              <a:off x="5965975" y="2912975"/>
              <a:ext cx="754750" cy="754775"/>
            </a:xfrm>
            <a:custGeom>
              <a:avLst/>
              <a:gdLst/>
              <a:ahLst/>
              <a:cxnLst/>
              <a:rect l="l" t="t" r="r" b="b"/>
              <a:pathLst>
                <a:path w="30190" h="30191" fill="none" extrusionOk="0">
                  <a:moveTo>
                    <a:pt x="17315" y="1"/>
                  </a:moveTo>
                  <a:cubicBezTo>
                    <a:pt x="5772" y="1"/>
                    <a:pt x="0" y="13764"/>
                    <a:pt x="7992" y="21977"/>
                  </a:cubicBezTo>
                  <a:cubicBezTo>
                    <a:pt x="16205" y="30190"/>
                    <a:pt x="30190" y="24419"/>
                    <a:pt x="30190" y="12876"/>
                  </a:cubicBezTo>
                  <a:cubicBezTo>
                    <a:pt x="30190" y="5772"/>
                    <a:pt x="24418" y="1"/>
                    <a:pt x="17315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8983;p71">
              <a:extLst>
                <a:ext uri="{FF2B5EF4-FFF2-40B4-BE49-F238E27FC236}">
                  <a16:creationId xmlns:a16="http://schemas.microsoft.com/office/drawing/2014/main" id="{97184AB3-0DFC-2E7A-341D-4C3842A493CD}"/>
                </a:ext>
              </a:extLst>
            </p:cNvPr>
            <p:cNvSpPr/>
            <p:nvPr/>
          </p:nvSpPr>
          <p:spPr>
            <a:xfrm>
              <a:off x="2453125" y="1464550"/>
              <a:ext cx="2874675" cy="2785900"/>
            </a:xfrm>
            <a:custGeom>
              <a:avLst/>
              <a:gdLst/>
              <a:ahLst/>
              <a:cxnLst/>
              <a:rect l="l" t="t" r="r" b="b"/>
              <a:pathLst>
                <a:path w="114987" h="111436" fill="none" extrusionOk="0">
                  <a:moveTo>
                    <a:pt x="56828" y="1"/>
                  </a:moveTo>
                  <a:cubicBezTo>
                    <a:pt x="31744" y="1"/>
                    <a:pt x="9990" y="17759"/>
                    <a:pt x="4884" y="42621"/>
                  </a:cubicBezTo>
                  <a:cubicBezTo>
                    <a:pt x="1" y="67483"/>
                    <a:pt x="13320" y="92123"/>
                    <a:pt x="36628" y="101890"/>
                  </a:cubicBezTo>
                  <a:cubicBezTo>
                    <a:pt x="59936" y="111435"/>
                    <a:pt x="87017" y="103444"/>
                    <a:pt x="101002" y="82356"/>
                  </a:cubicBezTo>
                  <a:cubicBezTo>
                    <a:pt x="114987" y="61268"/>
                    <a:pt x="112323" y="33298"/>
                    <a:pt x="94343" y="15539"/>
                  </a:cubicBezTo>
                  <a:cubicBezTo>
                    <a:pt x="84353" y="5550"/>
                    <a:pt x="71035" y="1"/>
                    <a:pt x="5682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8984;p71">
              <a:extLst>
                <a:ext uri="{FF2B5EF4-FFF2-40B4-BE49-F238E27FC236}">
                  <a16:creationId xmlns:a16="http://schemas.microsoft.com/office/drawing/2014/main" id="{640C401F-DD08-87A7-71EB-1DD222533698}"/>
                </a:ext>
              </a:extLst>
            </p:cNvPr>
            <p:cNvSpPr/>
            <p:nvPr/>
          </p:nvSpPr>
          <p:spPr>
            <a:xfrm>
              <a:off x="732775" y="4183825"/>
              <a:ext cx="754775" cy="760300"/>
            </a:xfrm>
            <a:custGeom>
              <a:avLst/>
              <a:gdLst/>
              <a:ahLst/>
              <a:cxnLst/>
              <a:rect l="l" t="t" r="r" b="b"/>
              <a:pathLst>
                <a:path w="30191" h="30412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7992" y="22199"/>
                  </a:cubicBezTo>
                  <a:cubicBezTo>
                    <a:pt x="16205" y="30412"/>
                    <a:pt x="30190" y="24640"/>
                    <a:pt x="30190" y="13097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8985;p71">
              <a:extLst>
                <a:ext uri="{FF2B5EF4-FFF2-40B4-BE49-F238E27FC236}">
                  <a16:creationId xmlns:a16="http://schemas.microsoft.com/office/drawing/2014/main" id="{41213DC5-EDC6-1B7D-086A-CD73D27E0DC1}"/>
                </a:ext>
              </a:extLst>
            </p:cNvPr>
            <p:cNvSpPr/>
            <p:nvPr/>
          </p:nvSpPr>
          <p:spPr>
            <a:xfrm>
              <a:off x="732775" y="1669900"/>
              <a:ext cx="754775" cy="754750"/>
            </a:xfrm>
            <a:custGeom>
              <a:avLst/>
              <a:gdLst/>
              <a:ahLst/>
              <a:cxnLst/>
              <a:rect l="l" t="t" r="r" b="b"/>
              <a:pathLst>
                <a:path w="30191" h="30190" fill="none" extrusionOk="0">
                  <a:moveTo>
                    <a:pt x="17315" y="0"/>
                  </a:moveTo>
                  <a:cubicBezTo>
                    <a:pt x="5772" y="0"/>
                    <a:pt x="1" y="13985"/>
                    <a:pt x="8214" y="22198"/>
                  </a:cubicBezTo>
                  <a:cubicBezTo>
                    <a:pt x="16205" y="30189"/>
                    <a:pt x="30190" y="24418"/>
                    <a:pt x="30190" y="12875"/>
                  </a:cubicBezTo>
                  <a:cubicBezTo>
                    <a:pt x="30190" y="5772"/>
                    <a:pt x="24419" y="0"/>
                    <a:pt x="17315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miter lim="22198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CBF68E2-31CB-06A2-E692-CE3667FE33B6}"/>
              </a:ext>
            </a:extLst>
          </p:cNvPr>
          <p:cNvSpPr txBox="1"/>
          <p:nvPr/>
        </p:nvSpPr>
        <p:spPr>
          <a:xfrm>
            <a:off x="1520937" y="1743296"/>
            <a:ext cx="356188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</a:rPr>
              <a:t>1</a:t>
            </a:r>
            <a:endParaRPr lang="fr-MG" sz="2400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3F6540-5085-6220-D4BC-E09712A30140}"/>
              </a:ext>
            </a:extLst>
          </p:cNvPr>
          <p:cNvSpPr txBox="1"/>
          <p:nvPr/>
        </p:nvSpPr>
        <p:spPr>
          <a:xfrm>
            <a:off x="4358261" y="1687553"/>
            <a:ext cx="352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</a:rPr>
              <a:t>2</a:t>
            </a:r>
            <a:endParaRPr lang="fr-MG" sz="2400" dirty="0">
              <a:solidFill>
                <a:schemeClr val="tx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C6827E-0C5F-380A-70D0-54BD301D24FF}"/>
              </a:ext>
            </a:extLst>
          </p:cNvPr>
          <p:cNvSpPr txBox="1"/>
          <p:nvPr/>
        </p:nvSpPr>
        <p:spPr>
          <a:xfrm>
            <a:off x="7149907" y="171120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chemeClr val="tx2"/>
                </a:solidFill>
              </a:rPr>
              <a:t>3</a:t>
            </a:r>
            <a:endParaRPr lang="fr-MG"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4" name="Google Shape;1134;p57"/>
          <p:cNvGrpSpPr/>
          <p:nvPr/>
        </p:nvGrpSpPr>
        <p:grpSpPr>
          <a:xfrm>
            <a:off x="4572035" y="1169459"/>
            <a:ext cx="3852195" cy="2933939"/>
            <a:chOff x="4572035" y="1169459"/>
            <a:chExt cx="3852195" cy="2933939"/>
          </a:xfrm>
        </p:grpSpPr>
        <p:sp>
          <p:nvSpPr>
            <p:cNvPr id="1135" name="Google Shape;1135;p57"/>
            <p:cNvSpPr/>
            <p:nvPr/>
          </p:nvSpPr>
          <p:spPr>
            <a:xfrm>
              <a:off x="4572035" y="1169459"/>
              <a:ext cx="3852195" cy="2437185"/>
            </a:xfrm>
            <a:prstGeom prst="roundRect">
              <a:avLst>
                <a:gd name="adj" fmla="val 3857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57"/>
            <p:cNvSpPr/>
            <p:nvPr/>
          </p:nvSpPr>
          <p:spPr>
            <a:xfrm>
              <a:off x="4598227" y="1196009"/>
              <a:ext cx="3799894" cy="2384022"/>
            </a:xfrm>
            <a:prstGeom prst="roundRect">
              <a:avLst>
                <a:gd name="adj" fmla="val 3282"/>
              </a:avLst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57"/>
            <p:cNvSpPr/>
            <p:nvPr/>
          </p:nvSpPr>
          <p:spPr>
            <a:xfrm>
              <a:off x="5838761" y="3606586"/>
              <a:ext cx="1315459" cy="496813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138" name="Google Shape;1138;p57"/>
            <p:cNvCxnSpPr/>
            <p:nvPr/>
          </p:nvCxnSpPr>
          <p:spPr>
            <a:xfrm>
              <a:off x="5852977" y="4056383"/>
              <a:ext cx="1296326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39" name="Google Shape;1139;p57"/>
            <p:cNvSpPr/>
            <p:nvPr/>
          </p:nvSpPr>
          <p:spPr>
            <a:xfrm>
              <a:off x="4704367" y="1292522"/>
              <a:ext cx="3590688" cy="2189472"/>
            </a:xfrm>
            <a:prstGeom prst="rect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57"/>
          <p:cNvSpPr txBox="1">
            <a:spLocks noGrp="1"/>
          </p:cNvSpPr>
          <p:nvPr>
            <p:ph type="title"/>
          </p:nvPr>
        </p:nvSpPr>
        <p:spPr>
          <a:xfrm>
            <a:off x="319174" y="654766"/>
            <a:ext cx="3852194" cy="51469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FUNCTIONING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1141" name="Google Shape;1141;p57"/>
          <p:cNvPicPr preferRelativeResize="0"/>
          <p:nvPr/>
        </p:nvPicPr>
        <p:blipFill>
          <a:blip r:embed="rId3"/>
          <a:srcRect t="19070" b="19070"/>
          <a:stretch/>
        </p:blipFill>
        <p:spPr>
          <a:xfrm>
            <a:off x="4725740" y="1289416"/>
            <a:ext cx="3582370" cy="2182298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FFBBA1-7024-8C8F-F027-DF75D2B69912}"/>
              </a:ext>
            </a:extLst>
          </p:cNvPr>
          <p:cNvSpPr txBox="1"/>
          <p:nvPr/>
        </p:nvSpPr>
        <p:spPr>
          <a:xfrm>
            <a:off x="148590" y="1289416"/>
            <a:ext cx="3749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</a:rPr>
              <a:t>Browsers : </a:t>
            </a:r>
            <a:r>
              <a:rPr lang="fr-FR" sz="2000" dirty="0">
                <a:solidFill>
                  <a:schemeClr val="tx2"/>
                </a:solidFill>
              </a:rPr>
              <a:t>Tor</a:t>
            </a:r>
            <a:r>
              <a:rPr lang="fr-FR" sz="2000" dirty="0">
                <a:solidFill>
                  <a:schemeClr val="tx1"/>
                </a:solidFill>
              </a:rPr>
              <a:t> or </a:t>
            </a:r>
            <a:r>
              <a:rPr lang="fr-FR" sz="2000" dirty="0">
                <a:solidFill>
                  <a:schemeClr val="tx2"/>
                </a:solidFill>
              </a:rPr>
              <a:t>I2P</a:t>
            </a:r>
            <a:endParaRPr lang="fr-MG" sz="2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CE93A-A541-8EC1-A4A5-0D4E9395F185}"/>
              </a:ext>
            </a:extLst>
          </p:cNvPr>
          <p:cNvSpPr txBox="1"/>
          <p:nvPr/>
        </p:nvSpPr>
        <p:spPr>
          <a:xfrm>
            <a:off x="115016" y="1688969"/>
            <a:ext cx="40302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bg2"/>
                </a:solidFill>
              </a:rPr>
              <a:t>Domain Extension : </a:t>
            </a:r>
            <a:r>
              <a:rPr lang="fr-FR" sz="2000" dirty="0">
                <a:solidFill>
                  <a:schemeClr val="tx2"/>
                </a:solidFill>
              </a:rPr>
              <a:t>.</a:t>
            </a:r>
            <a:r>
              <a:rPr lang="fr-FR" sz="2000" dirty="0" err="1">
                <a:solidFill>
                  <a:schemeClr val="tx2"/>
                </a:solidFill>
              </a:rPr>
              <a:t>onion</a:t>
            </a:r>
            <a:r>
              <a:rPr lang="fr-FR" sz="2000" dirty="0">
                <a:solidFill>
                  <a:schemeClr val="tx2"/>
                </a:solidFill>
              </a:rPr>
              <a:t> </a:t>
            </a:r>
            <a:r>
              <a:rPr lang="fr-FR" sz="2000" dirty="0">
                <a:solidFill>
                  <a:schemeClr val="tx1"/>
                </a:solidFill>
              </a:rPr>
              <a:t>or </a:t>
            </a:r>
            <a:r>
              <a:rPr lang="fr-FR" sz="2000" dirty="0">
                <a:solidFill>
                  <a:schemeClr val="tx2"/>
                </a:solidFill>
              </a:rPr>
              <a:t>.i2p</a:t>
            </a:r>
            <a:r>
              <a:rPr lang="fr-FR" sz="2000" dirty="0">
                <a:solidFill>
                  <a:schemeClr val="bg2"/>
                </a:solidFill>
              </a:rPr>
              <a:t> </a:t>
            </a:r>
            <a:endParaRPr lang="fr-MG" sz="2000" dirty="0">
              <a:solidFill>
                <a:schemeClr val="bg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B8D0-1B20-8C6E-163A-46AE3355CF94}"/>
              </a:ext>
            </a:extLst>
          </p:cNvPr>
          <p:cNvSpPr txBox="1"/>
          <p:nvPr/>
        </p:nvSpPr>
        <p:spPr>
          <a:xfrm>
            <a:off x="319174" y="2571750"/>
            <a:ext cx="2551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 </a:t>
            </a:r>
            <a:endParaRPr lang="fr-MG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A30B7-1FF2-9ECC-101D-24B1E443F6CC}"/>
              </a:ext>
            </a:extLst>
          </p:cNvPr>
          <p:cNvSpPr txBox="1"/>
          <p:nvPr/>
        </p:nvSpPr>
        <p:spPr>
          <a:xfrm>
            <a:off x="112520" y="2088522"/>
            <a:ext cx="3834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</a:rPr>
              <a:t>VPN : </a:t>
            </a:r>
            <a:r>
              <a:rPr lang="fr-FR" sz="2000" dirty="0" err="1">
                <a:solidFill>
                  <a:schemeClr val="tx2"/>
                </a:solidFill>
              </a:rPr>
              <a:t>NordVPN</a:t>
            </a:r>
            <a:r>
              <a:rPr lang="fr-FR" sz="2000" dirty="0">
                <a:solidFill>
                  <a:schemeClr val="tx2"/>
                </a:solidFill>
              </a:rPr>
              <a:t> </a:t>
            </a:r>
            <a:r>
              <a:rPr lang="fr-FR" sz="2000" dirty="0">
                <a:solidFill>
                  <a:schemeClr val="tx1"/>
                </a:solidFill>
              </a:rPr>
              <a:t>or </a:t>
            </a:r>
            <a:r>
              <a:rPr lang="fr-FR" sz="2000" dirty="0" err="1">
                <a:solidFill>
                  <a:schemeClr val="tx2"/>
                </a:solidFill>
              </a:rPr>
              <a:t>ExpressVPN</a:t>
            </a:r>
            <a:endParaRPr lang="fr-MG" sz="20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78446-0E84-B46B-4E51-9C2F11D296D5}"/>
              </a:ext>
            </a:extLst>
          </p:cNvPr>
          <p:cNvSpPr txBox="1"/>
          <p:nvPr/>
        </p:nvSpPr>
        <p:spPr>
          <a:xfrm>
            <a:off x="112520" y="3501049"/>
            <a:ext cx="35589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</a:rPr>
              <a:t>To Start : </a:t>
            </a:r>
            <a:r>
              <a:rPr lang="fr-FR" sz="2000" dirty="0">
                <a:solidFill>
                  <a:schemeClr val="tx2"/>
                </a:solidFill>
              </a:rPr>
              <a:t>The </a:t>
            </a:r>
            <a:r>
              <a:rPr lang="fr-FR" sz="2000" dirty="0" err="1">
                <a:solidFill>
                  <a:schemeClr val="tx2"/>
                </a:solidFill>
              </a:rPr>
              <a:t>Hidden</a:t>
            </a:r>
            <a:r>
              <a:rPr lang="fr-FR" sz="2000" dirty="0">
                <a:solidFill>
                  <a:schemeClr val="tx2"/>
                </a:solidFill>
              </a:rPr>
              <a:t> Wiki </a:t>
            </a:r>
            <a:r>
              <a:rPr lang="fr-FR" sz="2000" dirty="0">
                <a:solidFill>
                  <a:schemeClr val="tx1"/>
                </a:solidFill>
              </a:rPr>
              <a:t>or </a:t>
            </a:r>
            <a:endParaRPr lang="fr-FR" sz="2000" dirty="0">
              <a:solidFill>
                <a:schemeClr val="tx2"/>
              </a:solidFill>
            </a:endParaRPr>
          </a:p>
          <a:p>
            <a:r>
              <a:rPr lang="fr-FR" sz="2000" dirty="0">
                <a:solidFill>
                  <a:schemeClr val="tx2"/>
                </a:solidFill>
              </a:rPr>
              <a:t>	    </a:t>
            </a:r>
            <a:r>
              <a:rPr lang="fr-FR" sz="2000" dirty="0" err="1">
                <a:solidFill>
                  <a:schemeClr val="tx2"/>
                </a:solidFill>
              </a:rPr>
              <a:t>Dark</a:t>
            </a:r>
            <a:r>
              <a:rPr lang="fr-FR" sz="2000" dirty="0">
                <a:solidFill>
                  <a:schemeClr val="tx2"/>
                </a:solidFill>
              </a:rPr>
              <a:t> Web Links</a:t>
            </a:r>
            <a:endParaRPr lang="fr-MG" sz="20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09461D-895D-AAE3-92E1-A7F2D076D197}"/>
              </a:ext>
            </a:extLst>
          </p:cNvPr>
          <p:cNvSpPr txBox="1"/>
          <p:nvPr/>
        </p:nvSpPr>
        <p:spPr>
          <a:xfrm>
            <a:off x="123718" y="2488075"/>
            <a:ext cx="30183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</a:rPr>
              <a:t>Fundamental base : </a:t>
            </a:r>
          </a:p>
          <a:p>
            <a:r>
              <a:rPr lang="fr-FR" sz="2000" dirty="0">
                <a:solidFill>
                  <a:schemeClr val="tx1"/>
                </a:solidFill>
              </a:rPr>
              <a:t>	- </a:t>
            </a:r>
            <a:r>
              <a:rPr lang="fr-FR" sz="2000" dirty="0" err="1">
                <a:solidFill>
                  <a:schemeClr val="tx2"/>
                </a:solidFill>
              </a:rPr>
              <a:t>Anonymization</a:t>
            </a:r>
            <a:endParaRPr lang="fr-FR" sz="2000" dirty="0">
              <a:solidFill>
                <a:schemeClr val="tx2"/>
              </a:solidFill>
            </a:endParaRPr>
          </a:p>
          <a:p>
            <a:r>
              <a:rPr lang="fr-FR" sz="2000" dirty="0">
                <a:solidFill>
                  <a:schemeClr val="tx2"/>
                </a:solidFill>
              </a:rPr>
              <a:t>	</a:t>
            </a:r>
            <a:r>
              <a:rPr lang="fr-FR" sz="2000" dirty="0">
                <a:solidFill>
                  <a:schemeClr val="tx1"/>
                </a:solidFill>
              </a:rPr>
              <a:t>- </a:t>
            </a:r>
            <a:r>
              <a:rPr lang="fr-FR" sz="2000" dirty="0">
                <a:solidFill>
                  <a:schemeClr val="tx2"/>
                </a:solidFill>
              </a:rPr>
              <a:t>Freedom</a:t>
            </a:r>
            <a:endParaRPr lang="fr-MG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46"/>
          <p:cNvSpPr/>
          <p:nvPr/>
        </p:nvSpPr>
        <p:spPr>
          <a:xfrm>
            <a:off x="3815500" y="2148350"/>
            <a:ext cx="1513200" cy="151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CONTENTS AND SERVICE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939" name="Google Shape;939;p46"/>
          <p:cNvGrpSpPr/>
          <p:nvPr/>
        </p:nvGrpSpPr>
        <p:grpSpPr>
          <a:xfrm>
            <a:off x="0" y="1532950"/>
            <a:ext cx="2932100" cy="2743875"/>
            <a:chOff x="0" y="1338650"/>
            <a:chExt cx="2932100" cy="2743875"/>
          </a:xfrm>
        </p:grpSpPr>
        <p:sp>
          <p:nvSpPr>
            <p:cNvPr id="940" name="Google Shape;940;p46"/>
            <p:cNvSpPr txBox="1"/>
            <p:nvPr/>
          </p:nvSpPr>
          <p:spPr>
            <a:xfrm>
              <a:off x="137160" y="1338650"/>
              <a:ext cx="207484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FF3C1C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Black Market</a:t>
              </a:r>
              <a:endParaRPr sz="2000" dirty="0">
                <a:solidFill>
                  <a:srgbClr val="FF3C1C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941" name="Google Shape;941;p46"/>
            <p:cNvSpPr txBox="1"/>
            <p:nvPr/>
          </p:nvSpPr>
          <p:spPr>
            <a:xfrm>
              <a:off x="0" y="1823297"/>
              <a:ext cx="2932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dirty="0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Illegal goods : weapons,counterfeit documents</a:t>
              </a:r>
              <a:endParaRPr sz="1600" dirty="0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  <p:sp>
          <p:nvSpPr>
            <p:cNvPr id="942" name="Google Shape;942;p46"/>
            <p:cNvSpPr txBox="1"/>
            <p:nvPr/>
          </p:nvSpPr>
          <p:spPr>
            <a:xfrm>
              <a:off x="24030" y="3019289"/>
              <a:ext cx="22120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rgbClr val="FF3C1C"/>
                  </a:solidFill>
                  <a:latin typeface="Raleway ExtraBold"/>
                  <a:ea typeface="Raleway ExtraBold"/>
                  <a:cs typeface="Raleway ExtraBold"/>
                  <a:sym typeface="Raleway ExtraBold"/>
                </a:rPr>
                <a:t>Discussion Forums</a:t>
              </a:r>
              <a:endParaRPr sz="2000" dirty="0">
                <a:solidFill>
                  <a:srgbClr val="FF3C1C"/>
                </a:solidFill>
                <a:latin typeface="Raleway ExtraBold"/>
                <a:ea typeface="Raleway ExtraBold"/>
                <a:cs typeface="Raleway ExtraBold"/>
                <a:sym typeface="Raleway ExtraBold"/>
              </a:endParaRPr>
            </a:p>
          </p:txBody>
        </p:sp>
        <p:sp>
          <p:nvSpPr>
            <p:cNvPr id="943" name="Google Shape;943;p46"/>
            <p:cNvSpPr txBox="1"/>
            <p:nvPr/>
          </p:nvSpPr>
          <p:spPr>
            <a:xfrm>
              <a:off x="24030" y="3598025"/>
              <a:ext cx="290807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91425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 dirty="0" err="1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Exchanging</a:t>
              </a:r>
              <a:r>
                <a:rPr lang="fr-FR" sz="1600" dirty="0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 </a:t>
              </a:r>
              <a:r>
                <a:rPr lang="fr-FR" sz="1600" dirty="0" err="1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idea</a:t>
              </a:r>
              <a:r>
                <a:rPr lang="fr-FR" sz="1600" dirty="0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 on </a:t>
              </a:r>
              <a:r>
                <a:rPr lang="fr-FR" sz="1600" dirty="0" err="1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various</a:t>
              </a:r>
              <a:r>
                <a:rPr lang="fr-FR" sz="1600" dirty="0">
                  <a:solidFill>
                    <a:srgbClr val="F1F1F1"/>
                  </a:solidFill>
                  <a:latin typeface="Sarabun"/>
                  <a:ea typeface="Sarabun"/>
                  <a:cs typeface="Sarabun"/>
                  <a:sym typeface="Sarabun"/>
                </a:rPr>
                <a:t> topics</a:t>
              </a:r>
              <a:endParaRPr sz="1600" dirty="0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endParaRPr>
            </a:p>
          </p:txBody>
        </p:sp>
      </p:grpSp>
      <p:sp>
        <p:nvSpPr>
          <p:cNvPr id="944" name="Google Shape;944;p46"/>
          <p:cNvSpPr txBox="1"/>
          <p:nvPr/>
        </p:nvSpPr>
        <p:spPr>
          <a:xfrm flipH="1">
            <a:off x="6932100" y="1532950"/>
            <a:ext cx="207474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dirty="0">
                <a:solidFill>
                  <a:srgbClr val="FF3C1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Sensitive Content</a:t>
            </a:r>
            <a:endParaRPr sz="2000" dirty="0">
              <a:solidFill>
                <a:srgbClr val="FF3C1C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945" name="Google Shape;945;p46"/>
          <p:cNvSpPr txBox="1"/>
          <p:nvPr/>
        </p:nvSpPr>
        <p:spPr>
          <a:xfrm flipH="1">
            <a:off x="6932100" y="2017597"/>
            <a:ext cx="14919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rPr>
              <a:t>Image or </a:t>
            </a:r>
            <a:r>
              <a:rPr lang="fr-FR" sz="1600" dirty="0" err="1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rPr>
              <a:t>Video</a:t>
            </a:r>
            <a:endParaRPr sz="1600" dirty="0">
              <a:solidFill>
                <a:srgbClr val="F1F1F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sp>
        <p:nvSpPr>
          <p:cNvPr id="946" name="Google Shape;946;p46"/>
          <p:cNvSpPr txBox="1"/>
          <p:nvPr/>
        </p:nvSpPr>
        <p:spPr>
          <a:xfrm flipH="1">
            <a:off x="6932100" y="3307678"/>
            <a:ext cx="196044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FF3C1C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Whistleblowing Plateforms</a:t>
            </a:r>
            <a:endParaRPr sz="2000" dirty="0">
              <a:solidFill>
                <a:srgbClr val="FF3C1C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947" name="Google Shape;947;p46"/>
          <p:cNvSpPr txBox="1"/>
          <p:nvPr/>
        </p:nvSpPr>
        <p:spPr>
          <a:xfrm flipH="1">
            <a:off x="6876120" y="3902717"/>
            <a:ext cx="218787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 err="1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rPr>
              <a:t>Corruption,Human</a:t>
            </a:r>
            <a:r>
              <a:rPr lang="fr-FR" sz="1600" dirty="0">
                <a:solidFill>
                  <a:srgbClr val="F1F1F1"/>
                </a:solidFill>
                <a:latin typeface="Sarabun"/>
                <a:ea typeface="Sarabun"/>
                <a:cs typeface="Sarabun"/>
                <a:sym typeface="Sarabun"/>
              </a:rPr>
              <a:t> abuse</a:t>
            </a:r>
            <a:endParaRPr sz="1600" dirty="0">
              <a:solidFill>
                <a:srgbClr val="F1F1F1"/>
              </a:solidFill>
              <a:latin typeface="Sarabun"/>
              <a:ea typeface="Sarabun"/>
              <a:cs typeface="Sarabun"/>
              <a:sym typeface="Sarabun"/>
            </a:endParaRPr>
          </a:p>
        </p:txBody>
      </p:sp>
      <p:cxnSp>
        <p:nvCxnSpPr>
          <p:cNvPr id="948" name="Google Shape;948;p46"/>
          <p:cNvCxnSpPr>
            <a:cxnSpLocks/>
            <a:stCxn id="940" idx="3"/>
          </p:cNvCxnSpPr>
          <p:nvPr/>
        </p:nvCxnSpPr>
        <p:spPr>
          <a:xfrm>
            <a:off x="2212000" y="1775200"/>
            <a:ext cx="1782300" cy="729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49" name="Google Shape;949;p46"/>
          <p:cNvCxnSpPr>
            <a:cxnSpLocks/>
            <a:stCxn id="942" idx="3"/>
          </p:cNvCxnSpPr>
          <p:nvPr/>
        </p:nvCxnSpPr>
        <p:spPr>
          <a:xfrm flipV="1">
            <a:off x="2236030" y="3155539"/>
            <a:ext cx="1803900" cy="300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50" name="Google Shape;950;p46"/>
          <p:cNvCxnSpPr>
            <a:cxnSpLocks/>
            <a:stCxn id="944" idx="3"/>
          </p:cNvCxnSpPr>
          <p:nvPr/>
        </p:nvCxnSpPr>
        <p:spPr>
          <a:xfrm rot="10800000" flipV="1">
            <a:off x="5135400" y="1775200"/>
            <a:ext cx="1796700" cy="72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951" name="Google Shape;951;p46"/>
          <p:cNvCxnSpPr>
            <a:cxnSpLocks/>
            <a:stCxn id="946" idx="3"/>
          </p:cNvCxnSpPr>
          <p:nvPr/>
        </p:nvCxnSpPr>
        <p:spPr>
          <a:xfrm rot="10800000">
            <a:off x="5127900" y="3217228"/>
            <a:ext cx="1804200" cy="332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lt2"/>
                </a:solidFill>
              </a:rPr>
              <a:t>CONSEQUENCE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814" name="Google Shape;814;p38"/>
          <p:cNvSpPr txBox="1">
            <a:spLocks noGrp="1"/>
          </p:cNvSpPr>
          <p:nvPr>
            <p:ph type="subTitle" idx="1"/>
          </p:nvPr>
        </p:nvSpPr>
        <p:spPr>
          <a:xfrm>
            <a:off x="720000" y="3338700"/>
            <a:ext cx="2430600" cy="51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Advantage</a:t>
            </a:r>
            <a:endParaRPr dirty="0"/>
          </a:p>
        </p:txBody>
      </p:sp>
      <p:sp>
        <p:nvSpPr>
          <p:cNvPr id="815" name="Google Shape;815;p38"/>
          <p:cNvSpPr txBox="1">
            <a:spLocks noGrp="1"/>
          </p:cNvSpPr>
          <p:nvPr>
            <p:ph type="subTitle" idx="2"/>
          </p:nvPr>
        </p:nvSpPr>
        <p:spPr>
          <a:xfrm>
            <a:off x="720000" y="3876814"/>
            <a:ext cx="2430600" cy="71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dirty="0"/>
              <a:t>No Surveillance and </a:t>
            </a:r>
            <a:r>
              <a:rPr lang="fr-FR" dirty="0" err="1"/>
              <a:t>Censorship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-    Freedom of </a:t>
            </a:r>
            <a:r>
              <a:rPr lang="fr-FR" dirty="0" err="1"/>
              <a:t>expresion</a:t>
            </a:r>
            <a:endParaRPr lang="fr-FR" dirty="0"/>
          </a:p>
        </p:txBody>
      </p:sp>
      <p:sp>
        <p:nvSpPr>
          <p:cNvPr id="816" name="Google Shape;816;p38"/>
          <p:cNvSpPr txBox="1">
            <a:spLocks noGrp="1"/>
          </p:cNvSpPr>
          <p:nvPr>
            <p:ph type="subTitle" idx="3"/>
          </p:nvPr>
        </p:nvSpPr>
        <p:spPr>
          <a:xfrm>
            <a:off x="720000" y="1483125"/>
            <a:ext cx="2430600" cy="51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Disdvantage</a:t>
            </a:r>
            <a:endParaRPr dirty="0"/>
          </a:p>
        </p:txBody>
      </p:sp>
      <p:sp>
        <p:nvSpPr>
          <p:cNvPr id="817" name="Google Shape;817;p38"/>
          <p:cNvSpPr txBox="1">
            <a:spLocks noGrp="1"/>
          </p:cNvSpPr>
          <p:nvPr>
            <p:ph type="subTitle" idx="4"/>
          </p:nvPr>
        </p:nvSpPr>
        <p:spPr>
          <a:xfrm>
            <a:off x="783685" y="1999100"/>
            <a:ext cx="2430600" cy="71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-   Security </a:t>
            </a:r>
            <a:r>
              <a:rPr lang="fr-FR" dirty="0" err="1"/>
              <a:t>risk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fr-FR" dirty="0"/>
              <a:t>-   Legal or </a:t>
            </a:r>
            <a:r>
              <a:rPr lang="fr-FR" dirty="0" err="1"/>
              <a:t>illegal</a:t>
            </a:r>
            <a:r>
              <a:rPr lang="fr-FR" dirty="0"/>
              <a:t> ?</a:t>
            </a:r>
            <a:endParaRPr dirty="0"/>
          </a:p>
        </p:txBody>
      </p:sp>
      <p:sp>
        <p:nvSpPr>
          <p:cNvPr id="818" name="Google Shape;818;p38"/>
          <p:cNvSpPr/>
          <p:nvPr/>
        </p:nvSpPr>
        <p:spPr>
          <a:xfrm>
            <a:off x="3422075" y="1648725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38"/>
          <p:cNvSpPr/>
          <p:nvPr/>
        </p:nvSpPr>
        <p:spPr>
          <a:xfrm>
            <a:off x="3422075" y="3508200"/>
            <a:ext cx="894900" cy="894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0" name="Google Shape;820;p38"/>
          <p:cNvPicPr preferRelativeResize="0"/>
          <p:nvPr/>
        </p:nvPicPr>
        <p:blipFill>
          <a:blip r:embed="rId3"/>
          <a:srcRect t="6080" b="6080"/>
          <a:stretch/>
        </p:blipFill>
        <p:spPr>
          <a:xfrm>
            <a:off x="5421546" y="1648725"/>
            <a:ext cx="3133622" cy="2752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1" name="Google Shape;82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812631">
            <a:off x="7306321" y="3762203"/>
            <a:ext cx="1744927" cy="86347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38"/>
          <p:cNvSpPr/>
          <p:nvPr/>
        </p:nvSpPr>
        <p:spPr>
          <a:xfrm>
            <a:off x="3641301" y="1868000"/>
            <a:ext cx="456454" cy="456360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823" name="Google Shape;823;p38"/>
          <p:cNvSpPr/>
          <p:nvPr/>
        </p:nvSpPr>
        <p:spPr>
          <a:xfrm>
            <a:off x="3641304" y="3698729"/>
            <a:ext cx="456452" cy="513834"/>
          </a:xfrm>
          <a:custGeom>
            <a:avLst/>
            <a:gdLst/>
            <a:ahLst/>
            <a:cxnLst/>
            <a:rect l="l" t="t" r="r" b="b"/>
            <a:pathLst>
              <a:path w="10524" h="11847" extrusionOk="0">
                <a:moveTo>
                  <a:pt x="7278" y="662"/>
                </a:moveTo>
                <a:cubicBezTo>
                  <a:pt x="7499" y="662"/>
                  <a:pt x="7656" y="820"/>
                  <a:pt x="7656" y="1009"/>
                </a:cubicBezTo>
                <a:lnTo>
                  <a:pt x="7656" y="3151"/>
                </a:lnTo>
                <a:cubicBezTo>
                  <a:pt x="7404" y="3057"/>
                  <a:pt x="7184" y="2994"/>
                  <a:pt x="6932" y="2994"/>
                </a:cubicBezTo>
                <a:lnTo>
                  <a:pt x="6932" y="1009"/>
                </a:lnTo>
                <a:cubicBezTo>
                  <a:pt x="6932" y="820"/>
                  <a:pt x="7089" y="662"/>
                  <a:pt x="7278" y="662"/>
                </a:cubicBezTo>
                <a:close/>
                <a:moveTo>
                  <a:pt x="3120" y="662"/>
                </a:moveTo>
                <a:cubicBezTo>
                  <a:pt x="3309" y="662"/>
                  <a:pt x="3466" y="820"/>
                  <a:pt x="3466" y="1009"/>
                </a:cubicBezTo>
                <a:lnTo>
                  <a:pt x="3466" y="2994"/>
                </a:lnTo>
                <a:cubicBezTo>
                  <a:pt x="3246" y="3025"/>
                  <a:pt x="2994" y="3057"/>
                  <a:pt x="2773" y="3183"/>
                </a:cubicBezTo>
                <a:lnTo>
                  <a:pt x="2773" y="1009"/>
                </a:lnTo>
                <a:cubicBezTo>
                  <a:pt x="2773" y="820"/>
                  <a:pt x="2931" y="662"/>
                  <a:pt x="3120" y="662"/>
                </a:cubicBezTo>
                <a:close/>
                <a:moveTo>
                  <a:pt x="4506" y="1702"/>
                </a:moveTo>
                <a:cubicBezTo>
                  <a:pt x="4695" y="1702"/>
                  <a:pt x="4852" y="1860"/>
                  <a:pt x="4852" y="2049"/>
                </a:cubicBezTo>
                <a:lnTo>
                  <a:pt x="4852" y="3309"/>
                </a:lnTo>
                <a:cubicBezTo>
                  <a:pt x="4663" y="3183"/>
                  <a:pt x="4411" y="3057"/>
                  <a:pt x="4128" y="3025"/>
                </a:cubicBezTo>
                <a:lnTo>
                  <a:pt x="4128" y="2049"/>
                </a:lnTo>
                <a:cubicBezTo>
                  <a:pt x="4128" y="1860"/>
                  <a:pt x="4285" y="1702"/>
                  <a:pt x="4506" y="1702"/>
                </a:cubicBezTo>
                <a:close/>
                <a:moveTo>
                  <a:pt x="5861" y="1702"/>
                </a:moveTo>
                <a:cubicBezTo>
                  <a:pt x="6081" y="1702"/>
                  <a:pt x="6239" y="1860"/>
                  <a:pt x="6239" y="2049"/>
                </a:cubicBezTo>
                <a:lnTo>
                  <a:pt x="6239" y="3025"/>
                </a:lnTo>
                <a:cubicBezTo>
                  <a:pt x="5987" y="3120"/>
                  <a:pt x="5766" y="3183"/>
                  <a:pt x="5514" y="3340"/>
                </a:cubicBezTo>
                <a:lnTo>
                  <a:pt x="5514" y="2049"/>
                </a:lnTo>
                <a:cubicBezTo>
                  <a:pt x="5546" y="1860"/>
                  <a:pt x="5703" y="1702"/>
                  <a:pt x="5861" y="1702"/>
                </a:cubicBezTo>
                <a:close/>
                <a:moveTo>
                  <a:pt x="1733" y="1324"/>
                </a:moveTo>
                <a:cubicBezTo>
                  <a:pt x="1922" y="1324"/>
                  <a:pt x="2080" y="1482"/>
                  <a:pt x="2080" y="1702"/>
                </a:cubicBezTo>
                <a:lnTo>
                  <a:pt x="2080" y="3624"/>
                </a:lnTo>
                <a:cubicBezTo>
                  <a:pt x="2017" y="3687"/>
                  <a:pt x="1922" y="3781"/>
                  <a:pt x="1859" y="3907"/>
                </a:cubicBezTo>
                <a:cubicBezTo>
                  <a:pt x="1733" y="3687"/>
                  <a:pt x="1576" y="3529"/>
                  <a:pt x="1387" y="3435"/>
                </a:cubicBezTo>
                <a:lnTo>
                  <a:pt x="1387" y="1702"/>
                </a:lnTo>
                <a:cubicBezTo>
                  <a:pt x="1387" y="1482"/>
                  <a:pt x="1544" y="1324"/>
                  <a:pt x="1733" y="1324"/>
                </a:cubicBezTo>
                <a:close/>
                <a:moveTo>
                  <a:pt x="8665" y="1324"/>
                </a:moveTo>
                <a:cubicBezTo>
                  <a:pt x="8854" y="1324"/>
                  <a:pt x="9011" y="1482"/>
                  <a:pt x="9011" y="1702"/>
                </a:cubicBezTo>
                <a:lnTo>
                  <a:pt x="9011" y="3466"/>
                </a:lnTo>
                <a:cubicBezTo>
                  <a:pt x="8854" y="3592"/>
                  <a:pt x="8759" y="3750"/>
                  <a:pt x="8633" y="3907"/>
                </a:cubicBezTo>
                <a:cubicBezTo>
                  <a:pt x="8539" y="3781"/>
                  <a:pt x="8476" y="3687"/>
                  <a:pt x="8381" y="3592"/>
                </a:cubicBezTo>
                <a:lnTo>
                  <a:pt x="8349" y="3529"/>
                </a:lnTo>
                <a:lnTo>
                  <a:pt x="8349" y="1702"/>
                </a:lnTo>
                <a:cubicBezTo>
                  <a:pt x="8318" y="1482"/>
                  <a:pt x="8476" y="1324"/>
                  <a:pt x="8665" y="1324"/>
                </a:cubicBezTo>
                <a:close/>
                <a:moveTo>
                  <a:pt x="6774" y="3647"/>
                </a:moveTo>
                <a:cubicBezTo>
                  <a:pt x="7160" y="3647"/>
                  <a:pt x="7546" y="3797"/>
                  <a:pt x="7845" y="4096"/>
                </a:cubicBezTo>
                <a:cubicBezTo>
                  <a:pt x="8318" y="4569"/>
                  <a:pt x="8444" y="5294"/>
                  <a:pt x="8066" y="5892"/>
                </a:cubicBezTo>
                <a:cubicBezTo>
                  <a:pt x="7089" y="6176"/>
                  <a:pt x="6333" y="7058"/>
                  <a:pt x="6239" y="8098"/>
                </a:cubicBezTo>
                <a:lnTo>
                  <a:pt x="5199" y="9043"/>
                </a:lnTo>
                <a:lnTo>
                  <a:pt x="4128" y="8035"/>
                </a:lnTo>
                <a:cubicBezTo>
                  <a:pt x="4065" y="6995"/>
                  <a:pt x="3309" y="6144"/>
                  <a:pt x="2332" y="5892"/>
                </a:cubicBezTo>
                <a:cubicBezTo>
                  <a:pt x="1985" y="5325"/>
                  <a:pt x="2112" y="4569"/>
                  <a:pt x="2553" y="4096"/>
                </a:cubicBezTo>
                <a:cubicBezTo>
                  <a:pt x="2836" y="3813"/>
                  <a:pt x="3246" y="3655"/>
                  <a:pt x="3624" y="3655"/>
                </a:cubicBezTo>
                <a:cubicBezTo>
                  <a:pt x="4033" y="3655"/>
                  <a:pt x="4411" y="3813"/>
                  <a:pt x="4695" y="4096"/>
                </a:cubicBezTo>
                <a:lnTo>
                  <a:pt x="4915" y="4317"/>
                </a:lnTo>
                <a:lnTo>
                  <a:pt x="4978" y="4348"/>
                </a:lnTo>
                <a:cubicBezTo>
                  <a:pt x="5026" y="4411"/>
                  <a:pt x="5112" y="4443"/>
                  <a:pt x="5203" y="4443"/>
                </a:cubicBezTo>
                <a:cubicBezTo>
                  <a:pt x="5294" y="4443"/>
                  <a:pt x="5388" y="4411"/>
                  <a:pt x="5451" y="4348"/>
                </a:cubicBezTo>
                <a:lnTo>
                  <a:pt x="5703" y="4096"/>
                </a:lnTo>
                <a:cubicBezTo>
                  <a:pt x="6002" y="3797"/>
                  <a:pt x="6388" y="3647"/>
                  <a:pt x="6774" y="3647"/>
                </a:cubicBezTo>
                <a:close/>
                <a:moveTo>
                  <a:pt x="662" y="3813"/>
                </a:moveTo>
                <a:cubicBezTo>
                  <a:pt x="1103" y="3970"/>
                  <a:pt x="1418" y="4380"/>
                  <a:pt x="1418" y="4884"/>
                </a:cubicBezTo>
                <a:lnTo>
                  <a:pt x="1418" y="6176"/>
                </a:lnTo>
                <a:cubicBezTo>
                  <a:pt x="1418" y="6365"/>
                  <a:pt x="1576" y="6522"/>
                  <a:pt x="1765" y="6522"/>
                </a:cubicBezTo>
                <a:cubicBezTo>
                  <a:pt x="2679" y="6522"/>
                  <a:pt x="3435" y="7247"/>
                  <a:pt x="3435" y="8161"/>
                </a:cubicBezTo>
                <a:lnTo>
                  <a:pt x="3435" y="8224"/>
                </a:lnTo>
                <a:lnTo>
                  <a:pt x="3435" y="8980"/>
                </a:lnTo>
                <a:cubicBezTo>
                  <a:pt x="3435" y="9169"/>
                  <a:pt x="3592" y="9326"/>
                  <a:pt x="3781" y="9326"/>
                </a:cubicBezTo>
                <a:cubicBezTo>
                  <a:pt x="3970" y="9326"/>
                  <a:pt x="4128" y="9169"/>
                  <a:pt x="4128" y="8980"/>
                </a:cubicBezTo>
                <a:lnTo>
                  <a:pt x="4852" y="9610"/>
                </a:lnTo>
                <a:lnTo>
                  <a:pt x="4852" y="11059"/>
                </a:lnTo>
                <a:lnTo>
                  <a:pt x="2080" y="11059"/>
                </a:lnTo>
                <a:lnTo>
                  <a:pt x="2080" y="9925"/>
                </a:lnTo>
                <a:cubicBezTo>
                  <a:pt x="2080" y="9673"/>
                  <a:pt x="1985" y="9421"/>
                  <a:pt x="1765" y="9200"/>
                </a:cubicBezTo>
                <a:lnTo>
                  <a:pt x="1198" y="8633"/>
                </a:lnTo>
                <a:cubicBezTo>
                  <a:pt x="883" y="8287"/>
                  <a:pt x="662" y="7877"/>
                  <a:pt x="662" y="7404"/>
                </a:cubicBezTo>
                <a:lnTo>
                  <a:pt x="662" y="3813"/>
                </a:lnTo>
                <a:close/>
                <a:moveTo>
                  <a:pt x="9767" y="3844"/>
                </a:moveTo>
                <a:lnTo>
                  <a:pt x="9767" y="7436"/>
                </a:lnTo>
                <a:cubicBezTo>
                  <a:pt x="9767" y="7909"/>
                  <a:pt x="9578" y="8350"/>
                  <a:pt x="9263" y="8665"/>
                </a:cubicBezTo>
                <a:lnTo>
                  <a:pt x="8665" y="9263"/>
                </a:lnTo>
                <a:cubicBezTo>
                  <a:pt x="8476" y="9452"/>
                  <a:pt x="8349" y="9704"/>
                  <a:pt x="8349" y="9988"/>
                </a:cubicBezTo>
                <a:lnTo>
                  <a:pt x="8349" y="11153"/>
                </a:lnTo>
                <a:lnTo>
                  <a:pt x="5514" y="11153"/>
                </a:lnTo>
                <a:lnTo>
                  <a:pt x="5514" y="9736"/>
                </a:lnTo>
                <a:lnTo>
                  <a:pt x="6239" y="9043"/>
                </a:lnTo>
                <a:cubicBezTo>
                  <a:pt x="6270" y="9200"/>
                  <a:pt x="6396" y="9326"/>
                  <a:pt x="6585" y="9326"/>
                </a:cubicBezTo>
                <a:cubicBezTo>
                  <a:pt x="6774" y="9326"/>
                  <a:pt x="6932" y="9169"/>
                  <a:pt x="6932" y="8980"/>
                </a:cubicBezTo>
                <a:lnTo>
                  <a:pt x="6932" y="8255"/>
                </a:lnTo>
                <a:cubicBezTo>
                  <a:pt x="6932" y="7404"/>
                  <a:pt x="7530" y="6711"/>
                  <a:pt x="8349" y="6554"/>
                </a:cubicBezTo>
                <a:lnTo>
                  <a:pt x="8665" y="6554"/>
                </a:lnTo>
                <a:cubicBezTo>
                  <a:pt x="8854" y="6554"/>
                  <a:pt x="9011" y="6396"/>
                  <a:pt x="9011" y="6207"/>
                </a:cubicBezTo>
                <a:lnTo>
                  <a:pt x="9011" y="4916"/>
                </a:lnTo>
                <a:cubicBezTo>
                  <a:pt x="9011" y="4443"/>
                  <a:pt x="9326" y="4002"/>
                  <a:pt x="9767" y="3844"/>
                </a:cubicBezTo>
                <a:close/>
                <a:moveTo>
                  <a:pt x="3120" y="1"/>
                </a:moveTo>
                <a:cubicBezTo>
                  <a:pt x="2647" y="1"/>
                  <a:pt x="2238" y="316"/>
                  <a:pt x="2143" y="757"/>
                </a:cubicBezTo>
                <a:cubicBezTo>
                  <a:pt x="2017" y="694"/>
                  <a:pt x="1891" y="662"/>
                  <a:pt x="1733" y="662"/>
                </a:cubicBezTo>
                <a:cubicBezTo>
                  <a:pt x="1135" y="662"/>
                  <a:pt x="725" y="1135"/>
                  <a:pt x="725" y="1702"/>
                </a:cubicBezTo>
                <a:lnTo>
                  <a:pt x="725" y="3120"/>
                </a:lnTo>
                <a:cubicBezTo>
                  <a:pt x="599" y="3057"/>
                  <a:pt x="473" y="3057"/>
                  <a:pt x="347" y="3057"/>
                </a:cubicBezTo>
                <a:cubicBezTo>
                  <a:pt x="158" y="3057"/>
                  <a:pt x="1" y="3214"/>
                  <a:pt x="1" y="3435"/>
                </a:cubicBezTo>
                <a:lnTo>
                  <a:pt x="1" y="7436"/>
                </a:lnTo>
                <a:cubicBezTo>
                  <a:pt x="1" y="8066"/>
                  <a:pt x="253" y="8696"/>
                  <a:pt x="725" y="9169"/>
                </a:cubicBezTo>
                <a:lnTo>
                  <a:pt x="1292" y="9767"/>
                </a:lnTo>
                <a:cubicBezTo>
                  <a:pt x="1387" y="9830"/>
                  <a:pt x="1418" y="9925"/>
                  <a:pt x="1418" y="9988"/>
                </a:cubicBezTo>
                <a:lnTo>
                  <a:pt x="1418" y="11153"/>
                </a:lnTo>
                <a:lnTo>
                  <a:pt x="1072" y="11153"/>
                </a:lnTo>
                <a:cubicBezTo>
                  <a:pt x="883" y="11153"/>
                  <a:pt x="725" y="11311"/>
                  <a:pt x="725" y="11500"/>
                </a:cubicBezTo>
                <a:cubicBezTo>
                  <a:pt x="725" y="11689"/>
                  <a:pt x="883" y="11847"/>
                  <a:pt x="1072" y="11847"/>
                </a:cubicBezTo>
                <a:lnTo>
                  <a:pt x="9389" y="11847"/>
                </a:lnTo>
                <a:cubicBezTo>
                  <a:pt x="9578" y="11847"/>
                  <a:pt x="9736" y="11689"/>
                  <a:pt x="9736" y="11500"/>
                </a:cubicBezTo>
                <a:cubicBezTo>
                  <a:pt x="9736" y="11311"/>
                  <a:pt x="9578" y="11153"/>
                  <a:pt x="9389" y="11153"/>
                </a:cubicBezTo>
                <a:lnTo>
                  <a:pt x="9106" y="11153"/>
                </a:lnTo>
                <a:lnTo>
                  <a:pt x="9106" y="9988"/>
                </a:lnTo>
                <a:cubicBezTo>
                  <a:pt x="9106" y="9925"/>
                  <a:pt x="9137" y="9799"/>
                  <a:pt x="9232" y="9767"/>
                </a:cubicBezTo>
                <a:lnTo>
                  <a:pt x="9830" y="9169"/>
                </a:lnTo>
                <a:cubicBezTo>
                  <a:pt x="10271" y="8696"/>
                  <a:pt x="10523" y="8098"/>
                  <a:pt x="10523" y="7436"/>
                </a:cubicBezTo>
                <a:lnTo>
                  <a:pt x="10523" y="3466"/>
                </a:lnTo>
                <a:cubicBezTo>
                  <a:pt x="10492" y="3214"/>
                  <a:pt x="10334" y="3057"/>
                  <a:pt x="10114" y="3057"/>
                </a:cubicBezTo>
                <a:cubicBezTo>
                  <a:pt x="9956" y="3057"/>
                  <a:pt x="9862" y="3057"/>
                  <a:pt x="9704" y="3120"/>
                </a:cubicBezTo>
                <a:lnTo>
                  <a:pt x="9704" y="1702"/>
                </a:lnTo>
                <a:cubicBezTo>
                  <a:pt x="9704" y="1103"/>
                  <a:pt x="9232" y="662"/>
                  <a:pt x="8665" y="662"/>
                </a:cubicBezTo>
                <a:cubicBezTo>
                  <a:pt x="8539" y="662"/>
                  <a:pt x="8413" y="694"/>
                  <a:pt x="8286" y="757"/>
                </a:cubicBezTo>
                <a:cubicBezTo>
                  <a:pt x="8160" y="316"/>
                  <a:pt x="7751" y="1"/>
                  <a:pt x="7278" y="1"/>
                </a:cubicBezTo>
                <a:cubicBezTo>
                  <a:pt x="6711" y="1"/>
                  <a:pt x="6270" y="473"/>
                  <a:pt x="6270" y="1009"/>
                </a:cubicBezTo>
                <a:lnTo>
                  <a:pt x="6270" y="1103"/>
                </a:lnTo>
                <a:cubicBezTo>
                  <a:pt x="6144" y="1072"/>
                  <a:pt x="6050" y="1009"/>
                  <a:pt x="5924" y="1009"/>
                </a:cubicBezTo>
                <a:cubicBezTo>
                  <a:pt x="5640" y="1009"/>
                  <a:pt x="5388" y="1135"/>
                  <a:pt x="5199" y="1292"/>
                </a:cubicBezTo>
                <a:cubicBezTo>
                  <a:pt x="5010" y="1135"/>
                  <a:pt x="4758" y="1009"/>
                  <a:pt x="4506" y="1009"/>
                </a:cubicBezTo>
                <a:cubicBezTo>
                  <a:pt x="4380" y="1009"/>
                  <a:pt x="4254" y="1072"/>
                  <a:pt x="4128" y="1103"/>
                </a:cubicBezTo>
                <a:lnTo>
                  <a:pt x="4128" y="1009"/>
                </a:lnTo>
                <a:cubicBezTo>
                  <a:pt x="4128" y="442"/>
                  <a:pt x="3655" y="1"/>
                  <a:pt x="312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2"/>
          <p:cNvSpPr txBox="1">
            <a:spLocks noGrp="1"/>
          </p:cNvSpPr>
          <p:nvPr>
            <p:ph type="title"/>
          </p:nvPr>
        </p:nvSpPr>
        <p:spPr>
          <a:xfrm>
            <a:off x="1711050" y="1666500"/>
            <a:ext cx="5721900" cy="1197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 History Month by Slidesgo">
  <a:themeElements>
    <a:clrScheme name="Simple Light">
      <a:dk1>
        <a:srgbClr val="F1F1F1"/>
      </a:dk1>
      <a:lt1>
        <a:srgbClr val="000000"/>
      </a:lt1>
      <a:dk2>
        <a:srgbClr val="F1F1F1"/>
      </a:dk2>
      <a:lt2>
        <a:srgbClr val="FF3C1C"/>
      </a:lt2>
      <a:accent1>
        <a:srgbClr val="F1F1F1"/>
      </a:accent1>
      <a:accent2>
        <a:srgbClr val="FF3C1C"/>
      </a:accent2>
      <a:accent3>
        <a:srgbClr val="000000"/>
      </a:accent3>
      <a:accent4>
        <a:srgbClr val="FF3C1C"/>
      </a:accent4>
      <a:accent5>
        <a:srgbClr val="F1F1F1"/>
      </a:accent5>
      <a:accent6>
        <a:srgbClr val="000000"/>
      </a:accent6>
      <a:hlink>
        <a:srgbClr val="FF3C1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</TotalTime>
  <Words>177</Words>
  <Application>Microsoft Office PowerPoint</Application>
  <PresentationFormat>On-screen Show (16:9)</PresentationFormat>
  <Paragraphs>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Sarabun</vt:lpstr>
      <vt:lpstr>Raleway ExtraBold</vt:lpstr>
      <vt:lpstr>Black History Month by Slidesgo</vt:lpstr>
      <vt:lpstr>DARK  WEB</vt:lpstr>
      <vt:lpstr>01.</vt:lpstr>
      <vt:lpstr>WEB LAYERS</vt:lpstr>
      <vt:lpstr>FUNCTIONING</vt:lpstr>
      <vt:lpstr>CONTENTS AND SERVICE</vt:lpstr>
      <vt:lpstr>CONSEQUENCE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HISTORY MONTH</dc:title>
  <cp:lastModifiedBy>heritina</cp:lastModifiedBy>
  <cp:revision>10</cp:revision>
  <dcterms:modified xsi:type="dcterms:W3CDTF">2024-08-21T07:02:28Z</dcterms:modified>
</cp:coreProperties>
</file>