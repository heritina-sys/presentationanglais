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jpeg" ContentType="image/jpeg"/>
  <Override PartName="/ppt/media/image4.png" ContentType="image/png"/>
  <Override PartName="/ppt/media/image3.png" ContentType="image/png"/>
  <Override PartName="/ppt/media/image5.jpeg" ContentType="image/jpeg"/>
  <Override PartName="/ppt/media/image6.jpeg" ContentType="image/jpeg"/>
  <Override PartName="/ppt/media/image7.jpeg" ContentType="image/jpeg"/>
  <Override PartName="/ppt/media/image8.png" ContentType="image/png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</p:sld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1711080" y="1666440"/>
            <a:ext cx="5721480" cy="11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711080" y="1666440"/>
            <a:ext cx="5721480" cy="11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9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oogle Shape;6;p1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grpSp>
        <p:nvGrpSpPr>
          <p:cNvPr id="1" name="Google Shape;10;p2"/>
          <p:cNvGrpSpPr/>
          <p:nvPr/>
        </p:nvGrpSpPr>
        <p:grpSpPr>
          <a:xfrm>
            <a:off x="6959520" y="4813200"/>
            <a:ext cx="2928600" cy="329760"/>
            <a:chOff x="6959520" y="4813200"/>
            <a:chExt cx="2928600" cy="329760"/>
          </a:xfrm>
        </p:grpSpPr>
        <p:sp>
          <p:nvSpPr>
            <p:cNvPr id="2" name="Google Shape;11;p2"/>
            <p:cNvSpPr/>
            <p:nvPr/>
          </p:nvSpPr>
          <p:spPr>
            <a:xfrm>
              <a:off x="6959520" y="481320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" name="Google Shape;12;p2"/>
            <p:cNvSpPr/>
            <p:nvPr/>
          </p:nvSpPr>
          <p:spPr>
            <a:xfrm>
              <a:off x="9766440" y="481320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" name="Google Shape;13;p2"/>
            <p:cNvSpPr/>
            <p:nvPr/>
          </p:nvSpPr>
          <p:spPr>
            <a:xfrm>
              <a:off x="9649080" y="481320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" name="Google Shape;14;p2"/>
            <p:cNvSpPr/>
            <p:nvPr/>
          </p:nvSpPr>
          <p:spPr>
            <a:xfrm>
              <a:off x="9532800" y="481320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" name="Google Shape;15;p2"/>
            <p:cNvSpPr/>
            <p:nvPr/>
          </p:nvSpPr>
          <p:spPr>
            <a:xfrm>
              <a:off x="9415440" y="481320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" name="Google Shape;16;p2"/>
            <p:cNvSpPr/>
            <p:nvPr/>
          </p:nvSpPr>
          <p:spPr>
            <a:xfrm>
              <a:off x="9299160" y="481320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8" name="Google Shape;17;p2"/>
            <p:cNvSpPr/>
            <p:nvPr/>
          </p:nvSpPr>
          <p:spPr>
            <a:xfrm>
              <a:off x="9181800" y="481320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9" name="Google Shape;18;p2"/>
            <p:cNvSpPr/>
            <p:nvPr/>
          </p:nvSpPr>
          <p:spPr>
            <a:xfrm>
              <a:off x="9065520" y="481320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0" name="Google Shape;19;p2"/>
            <p:cNvSpPr/>
            <p:nvPr/>
          </p:nvSpPr>
          <p:spPr>
            <a:xfrm>
              <a:off x="8948160" y="481320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1" name="Google Shape;20;p2"/>
            <p:cNvSpPr/>
            <p:nvPr/>
          </p:nvSpPr>
          <p:spPr>
            <a:xfrm>
              <a:off x="8831880" y="481320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2" name="Google Shape;21;p2"/>
            <p:cNvSpPr/>
            <p:nvPr/>
          </p:nvSpPr>
          <p:spPr>
            <a:xfrm>
              <a:off x="8714520" y="481320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3" name="Google Shape;22;p2"/>
            <p:cNvSpPr/>
            <p:nvPr/>
          </p:nvSpPr>
          <p:spPr>
            <a:xfrm>
              <a:off x="8598240" y="481320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4" name="Google Shape;23;p2"/>
            <p:cNvSpPr/>
            <p:nvPr/>
          </p:nvSpPr>
          <p:spPr>
            <a:xfrm>
              <a:off x="8480880" y="481320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5" name="Google Shape;24;p2"/>
            <p:cNvSpPr/>
            <p:nvPr/>
          </p:nvSpPr>
          <p:spPr>
            <a:xfrm>
              <a:off x="8364600" y="481320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6" name="Google Shape;25;p2"/>
            <p:cNvSpPr/>
            <p:nvPr/>
          </p:nvSpPr>
          <p:spPr>
            <a:xfrm>
              <a:off x="8247600" y="481320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7" name="Google Shape;26;p2"/>
            <p:cNvSpPr/>
            <p:nvPr/>
          </p:nvSpPr>
          <p:spPr>
            <a:xfrm>
              <a:off x="8130960" y="481320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8" name="Google Shape;27;p2"/>
            <p:cNvSpPr/>
            <p:nvPr/>
          </p:nvSpPr>
          <p:spPr>
            <a:xfrm>
              <a:off x="8013960" y="481320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9" name="Google Shape;28;p2"/>
            <p:cNvSpPr/>
            <p:nvPr/>
          </p:nvSpPr>
          <p:spPr>
            <a:xfrm>
              <a:off x="7897320" y="481320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0" name="Google Shape;29;p2"/>
            <p:cNvSpPr/>
            <p:nvPr/>
          </p:nvSpPr>
          <p:spPr>
            <a:xfrm>
              <a:off x="7780320" y="481320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1" name="Google Shape;30;p2"/>
            <p:cNvSpPr/>
            <p:nvPr/>
          </p:nvSpPr>
          <p:spPr>
            <a:xfrm>
              <a:off x="7662960" y="481320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2" name="Google Shape;31;p2"/>
            <p:cNvSpPr/>
            <p:nvPr/>
          </p:nvSpPr>
          <p:spPr>
            <a:xfrm>
              <a:off x="7546680" y="481320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3" name="Google Shape;32;p2"/>
            <p:cNvSpPr/>
            <p:nvPr/>
          </p:nvSpPr>
          <p:spPr>
            <a:xfrm>
              <a:off x="7428600" y="481320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4" name="Google Shape;33;p2"/>
            <p:cNvSpPr/>
            <p:nvPr/>
          </p:nvSpPr>
          <p:spPr>
            <a:xfrm>
              <a:off x="7313040" y="481320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5" name="Google Shape;34;p2"/>
            <p:cNvSpPr/>
            <p:nvPr/>
          </p:nvSpPr>
          <p:spPr>
            <a:xfrm>
              <a:off x="7194240" y="481320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6" name="Google Shape;35;p2"/>
            <p:cNvSpPr/>
            <p:nvPr/>
          </p:nvSpPr>
          <p:spPr>
            <a:xfrm>
              <a:off x="7079400" y="481320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</p:grpSp>
      <p:grpSp>
        <p:nvGrpSpPr>
          <p:cNvPr id="27" name="Google Shape;36;p2"/>
          <p:cNvGrpSpPr/>
          <p:nvPr/>
        </p:nvGrpSpPr>
        <p:grpSpPr>
          <a:xfrm>
            <a:off x="731880" y="4521960"/>
            <a:ext cx="2923560" cy="163080"/>
            <a:chOff x="731880" y="4521960"/>
            <a:chExt cx="2923560" cy="163080"/>
          </a:xfrm>
        </p:grpSpPr>
        <p:cxnSp>
          <p:nvCxnSpPr>
            <p:cNvPr id="28" name="Google Shape;37;p2"/>
            <p:cNvCxnSpPr/>
            <p:nvPr/>
          </p:nvCxnSpPr>
          <p:spPr>
            <a:xfrm>
              <a:off x="731880" y="4601880"/>
              <a:ext cx="2526840" cy="360"/>
            </a:xfrm>
            <a:prstGeom prst="straightConnector1">
              <a:avLst/>
            </a:prstGeom>
            <a:ln w="19050">
              <a:solidFill>
                <a:srgbClr val="f1f1f1"/>
              </a:solidFill>
              <a:round/>
            </a:ln>
          </p:spPr>
        </p:cxnSp>
        <p:sp>
          <p:nvSpPr>
            <p:cNvPr id="29" name="Google Shape;38;p2"/>
            <p:cNvSpPr/>
            <p:nvPr/>
          </p:nvSpPr>
          <p:spPr>
            <a:xfrm>
              <a:off x="3492360" y="4521960"/>
              <a:ext cx="163080" cy="163080"/>
            </a:xfrm>
            <a:prstGeom prst="rect">
              <a:avLst/>
            </a:prstGeom>
            <a:noFill/>
            <a:ln w="19050">
              <a:solidFill>
                <a:srgbClr val="f1f1f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81720" bIns="817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</p:grpSp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720000" y="687240"/>
            <a:ext cx="3370320" cy="23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5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5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6;p1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grpSp>
        <p:nvGrpSpPr>
          <p:cNvPr id="35" name="Google Shape;102;p5"/>
          <p:cNvGrpSpPr/>
          <p:nvPr/>
        </p:nvGrpSpPr>
        <p:grpSpPr>
          <a:xfrm>
            <a:off x="6959520" y="0"/>
            <a:ext cx="2928600" cy="329760"/>
            <a:chOff x="6959520" y="0"/>
            <a:chExt cx="2928600" cy="329760"/>
          </a:xfrm>
        </p:grpSpPr>
        <p:sp>
          <p:nvSpPr>
            <p:cNvPr id="36" name="Google Shape;103;p5"/>
            <p:cNvSpPr/>
            <p:nvPr/>
          </p:nvSpPr>
          <p:spPr>
            <a:xfrm>
              <a:off x="695952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7" name="Google Shape;104;p5"/>
            <p:cNvSpPr/>
            <p:nvPr/>
          </p:nvSpPr>
          <p:spPr>
            <a:xfrm>
              <a:off x="976644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8" name="Google Shape;105;p5"/>
            <p:cNvSpPr/>
            <p:nvPr/>
          </p:nvSpPr>
          <p:spPr>
            <a:xfrm>
              <a:off x="964908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9" name="Google Shape;106;p5"/>
            <p:cNvSpPr/>
            <p:nvPr/>
          </p:nvSpPr>
          <p:spPr>
            <a:xfrm>
              <a:off x="953280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0" name="Google Shape;107;p5"/>
            <p:cNvSpPr/>
            <p:nvPr/>
          </p:nvSpPr>
          <p:spPr>
            <a:xfrm>
              <a:off x="941544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1" name="Google Shape;108;p5"/>
            <p:cNvSpPr/>
            <p:nvPr/>
          </p:nvSpPr>
          <p:spPr>
            <a:xfrm>
              <a:off x="929916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2" name="Google Shape;109;p5"/>
            <p:cNvSpPr/>
            <p:nvPr/>
          </p:nvSpPr>
          <p:spPr>
            <a:xfrm>
              <a:off x="918180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3" name="Google Shape;110;p5"/>
            <p:cNvSpPr/>
            <p:nvPr/>
          </p:nvSpPr>
          <p:spPr>
            <a:xfrm>
              <a:off x="906552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4" name="Google Shape;111;p5"/>
            <p:cNvSpPr/>
            <p:nvPr/>
          </p:nvSpPr>
          <p:spPr>
            <a:xfrm>
              <a:off x="894816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5" name="Google Shape;112;p5"/>
            <p:cNvSpPr/>
            <p:nvPr/>
          </p:nvSpPr>
          <p:spPr>
            <a:xfrm>
              <a:off x="883188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6" name="Google Shape;113;p5"/>
            <p:cNvSpPr/>
            <p:nvPr/>
          </p:nvSpPr>
          <p:spPr>
            <a:xfrm>
              <a:off x="871452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7" name="Google Shape;114;p5"/>
            <p:cNvSpPr/>
            <p:nvPr/>
          </p:nvSpPr>
          <p:spPr>
            <a:xfrm>
              <a:off x="859824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8" name="Google Shape;115;p5"/>
            <p:cNvSpPr/>
            <p:nvPr/>
          </p:nvSpPr>
          <p:spPr>
            <a:xfrm>
              <a:off x="848088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9" name="Google Shape;116;p5"/>
            <p:cNvSpPr/>
            <p:nvPr/>
          </p:nvSpPr>
          <p:spPr>
            <a:xfrm>
              <a:off x="836460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0" name="Google Shape;117;p5"/>
            <p:cNvSpPr/>
            <p:nvPr/>
          </p:nvSpPr>
          <p:spPr>
            <a:xfrm>
              <a:off x="824760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1" name="Google Shape;118;p5"/>
            <p:cNvSpPr/>
            <p:nvPr/>
          </p:nvSpPr>
          <p:spPr>
            <a:xfrm>
              <a:off x="813096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2" name="Google Shape;119;p5"/>
            <p:cNvSpPr/>
            <p:nvPr/>
          </p:nvSpPr>
          <p:spPr>
            <a:xfrm>
              <a:off x="801396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3" name="Google Shape;120;p5"/>
            <p:cNvSpPr/>
            <p:nvPr/>
          </p:nvSpPr>
          <p:spPr>
            <a:xfrm>
              <a:off x="789732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4" name="Google Shape;121;p5"/>
            <p:cNvSpPr/>
            <p:nvPr/>
          </p:nvSpPr>
          <p:spPr>
            <a:xfrm>
              <a:off x="778032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5" name="Google Shape;122;p5"/>
            <p:cNvSpPr/>
            <p:nvPr/>
          </p:nvSpPr>
          <p:spPr>
            <a:xfrm>
              <a:off x="766296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6" name="Google Shape;123;p5"/>
            <p:cNvSpPr/>
            <p:nvPr/>
          </p:nvSpPr>
          <p:spPr>
            <a:xfrm>
              <a:off x="754668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7" name="Google Shape;124;p5"/>
            <p:cNvSpPr/>
            <p:nvPr/>
          </p:nvSpPr>
          <p:spPr>
            <a:xfrm>
              <a:off x="742860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8" name="Google Shape;125;p5"/>
            <p:cNvSpPr/>
            <p:nvPr/>
          </p:nvSpPr>
          <p:spPr>
            <a:xfrm>
              <a:off x="731304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9" name="Google Shape;126;p5"/>
            <p:cNvSpPr/>
            <p:nvPr/>
          </p:nvSpPr>
          <p:spPr>
            <a:xfrm>
              <a:off x="719424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0" name="Google Shape;127;p5"/>
            <p:cNvSpPr/>
            <p:nvPr/>
          </p:nvSpPr>
          <p:spPr>
            <a:xfrm>
              <a:off x="707940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</p:grpSp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;p1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711080" y="1666440"/>
            <a:ext cx="5721480" cy="11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7200" spc="-1" strike="noStrike">
                <a:solidFill>
                  <a:schemeClr val="lt2"/>
                </a:solidFill>
                <a:latin typeface="Raleway ExtraBold"/>
                <a:ea typeface="Raleway ExtraBold"/>
              </a:rPr>
              <a:t>xx%</a:t>
            </a:r>
            <a:endParaRPr b="0" lang="en-US" sz="72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8" name="Google Shape;236;p11"/>
          <p:cNvGrpSpPr/>
          <p:nvPr/>
        </p:nvGrpSpPr>
        <p:grpSpPr>
          <a:xfrm>
            <a:off x="0" y="0"/>
            <a:ext cx="2928240" cy="329760"/>
            <a:chOff x="0" y="0"/>
            <a:chExt cx="2928240" cy="329760"/>
          </a:xfrm>
        </p:grpSpPr>
        <p:sp>
          <p:nvSpPr>
            <p:cNvPr id="69" name="Google Shape;237;p11"/>
            <p:cNvSpPr/>
            <p:nvPr/>
          </p:nvSpPr>
          <p:spPr>
            <a:xfrm>
              <a:off x="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0" name="Google Shape;238;p11"/>
            <p:cNvSpPr/>
            <p:nvPr/>
          </p:nvSpPr>
          <p:spPr>
            <a:xfrm>
              <a:off x="280656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1" name="Google Shape;239;p11"/>
            <p:cNvSpPr/>
            <p:nvPr/>
          </p:nvSpPr>
          <p:spPr>
            <a:xfrm>
              <a:off x="268956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2" name="Google Shape;240;p11"/>
            <p:cNvSpPr/>
            <p:nvPr/>
          </p:nvSpPr>
          <p:spPr>
            <a:xfrm>
              <a:off x="257292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3" name="Google Shape;241;p11"/>
            <p:cNvSpPr/>
            <p:nvPr/>
          </p:nvSpPr>
          <p:spPr>
            <a:xfrm>
              <a:off x="245592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4" name="Google Shape;242;p11"/>
            <p:cNvSpPr/>
            <p:nvPr/>
          </p:nvSpPr>
          <p:spPr>
            <a:xfrm>
              <a:off x="233928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5" name="Google Shape;243;p11"/>
            <p:cNvSpPr/>
            <p:nvPr/>
          </p:nvSpPr>
          <p:spPr>
            <a:xfrm>
              <a:off x="222228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6" name="Google Shape;244;p11"/>
            <p:cNvSpPr/>
            <p:nvPr/>
          </p:nvSpPr>
          <p:spPr>
            <a:xfrm>
              <a:off x="210600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7" name="Google Shape;245;p11"/>
            <p:cNvSpPr/>
            <p:nvPr/>
          </p:nvSpPr>
          <p:spPr>
            <a:xfrm>
              <a:off x="198864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8" name="Google Shape;246;p11"/>
            <p:cNvSpPr/>
            <p:nvPr/>
          </p:nvSpPr>
          <p:spPr>
            <a:xfrm>
              <a:off x="187236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9" name="Google Shape;247;p11"/>
            <p:cNvSpPr/>
            <p:nvPr/>
          </p:nvSpPr>
          <p:spPr>
            <a:xfrm>
              <a:off x="175500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80" name="Google Shape;248;p11"/>
            <p:cNvSpPr/>
            <p:nvPr/>
          </p:nvSpPr>
          <p:spPr>
            <a:xfrm>
              <a:off x="163872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81" name="Google Shape;249;p11"/>
            <p:cNvSpPr/>
            <p:nvPr/>
          </p:nvSpPr>
          <p:spPr>
            <a:xfrm>
              <a:off x="152136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82" name="Google Shape;250;p11"/>
            <p:cNvSpPr/>
            <p:nvPr/>
          </p:nvSpPr>
          <p:spPr>
            <a:xfrm>
              <a:off x="140508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83" name="Google Shape;251;p11"/>
            <p:cNvSpPr/>
            <p:nvPr/>
          </p:nvSpPr>
          <p:spPr>
            <a:xfrm>
              <a:off x="128772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84" name="Google Shape;252;p11"/>
            <p:cNvSpPr/>
            <p:nvPr/>
          </p:nvSpPr>
          <p:spPr>
            <a:xfrm>
              <a:off x="117144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85" name="Google Shape;253;p11"/>
            <p:cNvSpPr/>
            <p:nvPr/>
          </p:nvSpPr>
          <p:spPr>
            <a:xfrm>
              <a:off x="105408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86" name="Google Shape;254;p11"/>
            <p:cNvSpPr/>
            <p:nvPr/>
          </p:nvSpPr>
          <p:spPr>
            <a:xfrm>
              <a:off x="93780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87" name="Google Shape;255;p11"/>
            <p:cNvSpPr/>
            <p:nvPr/>
          </p:nvSpPr>
          <p:spPr>
            <a:xfrm>
              <a:off x="82044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88" name="Google Shape;256;p11"/>
            <p:cNvSpPr/>
            <p:nvPr/>
          </p:nvSpPr>
          <p:spPr>
            <a:xfrm>
              <a:off x="70344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89" name="Google Shape;257;p11"/>
            <p:cNvSpPr/>
            <p:nvPr/>
          </p:nvSpPr>
          <p:spPr>
            <a:xfrm>
              <a:off x="58716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90" name="Google Shape;258;p11"/>
            <p:cNvSpPr/>
            <p:nvPr/>
          </p:nvSpPr>
          <p:spPr>
            <a:xfrm>
              <a:off x="46908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91" name="Google Shape;259;p11"/>
            <p:cNvSpPr/>
            <p:nvPr/>
          </p:nvSpPr>
          <p:spPr>
            <a:xfrm>
              <a:off x="35352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92" name="Google Shape;260;p11"/>
            <p:cNvSpPr/>
            <p:nvPr/>
          </p:nvSpPr>
          <p:spPr>
            <a:xfrm>
              <a:off x="23436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93" name="Google Shape;261;p11"/>
            <p:cNvSpPr/>
            <p:nvPr/>
          </p:nvSpPr>
          <p:spPr>
            <a:xfrm>
              <a:off x="11988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</p:grp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6;p1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6;p1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grpSp>
        <p:nvGrpSpPr>
          <p:cNvPr id="97" name="Google Shape;296;p14"/>
          <p:cNvGrpSpPr/>
          <p:nvPr/>
        </p:nvGrpSpPr>
        <p:grpSpPr>
          <a:xfrm>
            <a:off x="6959520" y="0"/>
            <a:ext cx="2928600" cy="329760"/>
            <a:chOff x="6959520" y="0"/>
            <a:chExt cx="2928600" cy="329760"/>
          </a:xfrm>
        </p:grpSpPr>
        <p:sp>
          <p:nvSpPr>
            <p:cNvPr id="98" name="Google Shape;297;p14"/>
            <p:cNvSpPr/>
            <p:nvPr/>
          </p:nvSpPr>
          <p:spPr>
            <a:xfrm>
              <a:off x="695952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99" name="Google Shape;298;p14"/>
            <p:cNvSpPr/>
            <p:nvPr/>
          </p:nvSpPr>
          <p:spPr>
            <a:xfrm>
              <a:off x="976644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00" name="Google Shape;299;p14"/>
            <p:cNvSpPr/>
            <p:nvPr/>
          </p:nvSpPr>
          <p:spPr>
            <a:xfrm>
              <a:off x="964908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01" name="Google Shape;300;p14"/>
            <p:cNvSpPr/>
            <p:nvPr/>
          </p:nvSpPr>
          <p:spPr>
            <a:xfrm>
              <a:off x="953280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02" name="Google Shape;301;p14"/>
            <p:cNvSpPr/>
            <p:nvPr/>
          </p:nvSpPr>
          <p:spPr>
            <a:xfrm>
              <a:off x="941544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03" name="Google Shape;302;p14"/>
            <p:cNvSpPr/>
            <p:nvPr/>
          </p:nvSpPr>
          <p:spPr>
            <a:xfrm>
              <a:off x="929916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04" name="Google Shape;303;p14"/>
            <p:cNvSpPr/>
            <p:nvPr/>
          </p:nvSpPr>
          <p:spPr>
            <a:xfrm>
              <a:off x="918180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05" name="Google Shape;304;p14"/>
            <p:cNvSpPr/>
            <p:nvPr/>
          </p:nvSpPr>
          <p:spPr>
            <a:xfrm>
              <a:off x="906552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06" name="Google Shape;305;p14"/>
            <p:cNvSpPr/>
            <p:nvPr/>
          </p:nvSpPr>
          <p:spPr>
            <a:xfrm>
              <a:off x="894816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07" name="Google Shape;306;p14"/>
            <p:cNvSpPr/>
            <p:nvPr/>
          </p:nvSpPr>
          <p:spPr>
            <a:xfrm>
              <a:off x="883188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08" name="Google Shape;307;p14"/>
            <p:cNvSpPr/>
            <p:nvPr/>
          </p:nvSpPr>
          <p:spPr>
            <a:xfrm>
              <a:off x="871452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09" name="Google Shape;308;p14"/>
            <p:cNvSpPr/>
            <p:nvPr/>
          </p:nvSpPr>
          <p:spPr>
            <a:xfrm>
              <a:off x="859824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10" name="Google Shape;309;p14"/>
            <p:cNvSpPr/>
            <p:nvPr/>
          </p:nvSpPr>
          <p:spPr>
            <a:xfrm>
              <a:off x="848088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11" name="Google Shape;310;p14"/>
            <p:cNvSpPr/>
            <p:nvPr/>
          </p:nvSpPr>
          <p:spPr>
            <a:xfrm>
              <a:off x="836460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12" name="Google Shape;311;p14"/>
            <p:cNvSpPr/>
            <p:nvPr/>
          </p:nvSpPr>
          <p:spPr>
            <a:xfrm>
              <a:off x="824760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13" name="Google Shape;312;p14"/>
            <p:cNvSpPr/>
            <p:nvPr/>
          </p:nvSpPr>
          <p:spPr>
            <a:xfrm>
              <a:off x="813096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14" name="Google Shape;313;p14"/>
            <p:cNvSpPr/>
            <p:nvPr/>
          </p:nvSpPr>
          <p:spPr>
            <a:xfrm>
              <a:off x="801396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15" name="Google Shape;314;p14"/>
            <p:cNvSpPr/>
            <p:nvPr/>
          </p:nvSpPr>
          <p:spPr>
            <a:xfrm>
              <a:off x="789732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16" name="Google Shape;315;p14"/>
            <p:cNvSpPr/>
            <p:nvPr/>
          </p:nvSpPr>
          <p:spPr>
            <a:xfrm>
              <a:off x="778032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17" name="Google Shape;316;p14"/>
            <p:cNvSpPr/>
            <p:nvPr/>
          </p:nvSpPr>
          <p:spPr>
            <a:xfrm>
              <a:off x="766296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18" name="Google Shape;317;p14"/>
            <p:cNvSpPr/>
            <p:nvPr/>
          </p:nvSpPr>
          <p:spPr>
            <a:xfrm>
              <a:off x="754668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19" name="Google Shape;318;p14"/>
            <p:cNvSpPr/>
            <p:nvPr/>
          </p:nvSpPr>
          <p:spPr>
            <a:xfrm>
              <a:off x="742860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20" name="Google Shape;319;p14"/>
            <p:cNvSpPr/>
            <p:nvPr/>
          </p:nvSpPr>
          <p:spPr>
            <a:xfrm>
              <a:off x="731304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21" name="Google Shape;320;p14"/>
            <p:cNvSpPr/>
            <p:nvPr/>
          </p:nvSpPr>
          <p:spPr>
            <a:xfrm>
              <a:off x="719424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22" name="Google Shape;321;p14"/>
            <p:cNvSpPr/>
            <p:nvPr/>
          </p:nvSpPr>
          <p:spPr>
            <a:xfrm>
              <a:off x="707940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</p:grpSp>
      <p:grpSp>
        <p:nvGrpSpPr>
          <p:cNvPr id="123" name="Google Shape;322;p14"/>
          <p:cNvGrpSpPr/>
          <p:nvPr/>
        </p:nvGrpSpPr>
        <p:grpSpPr>
          <a:xfrm>
            <a:off x="720000" y="4603680"/>
            <a:ext cx="2923560" cy="163080"/>
            <a:chOff x="720000" y="4603680"/>
            <a:chExt cx="2923560" cy="163080"/>
          </a:xfrm>
        </p:grpSpPr>
        <p:cxnSp>
          <p:nvCxnSpPr>
            <p:cNvPr id="124" name="Google Shape;323;p14"/>
            <p:cNvCxnSpPr/>
            <p:nvPr/>
          </p:nvCxnSpPr>
          <p:spPr>
            <a:xfrm>
              <a:off x="720000" y="4683600"/>
              <a:ext cx="2526840" cy="360"/>
            </a:xfrm>
            <a:prstGeom prst="straightConnector1">
              <a:avLst/>
            </a:prstGeom>
            <a:ln w="19050">
              <a:solidFill>
                <a:srgbClr val="f1f1f1"/>
              </a:solidFill>
              <a:round/>
            </a:ln>
          </p:spPr>
        </p:cxnSp>
        <p:sp>
          <p:nvSpPr>
            <p:cNvPr id="125" name="Google Shape;324;p14"/>
            <p:cNvSpPr/>
            <p:nvPr/>
          </p:nvSpPr>
          <p:spPr>
            <a:xfrm>
              <a:off x="3480480" y="4603680"/>
              <a:ext cx="163080" cy="163080"/>
            </a:xfrm>
            <a:prstGeom prst="rect">
              <a:avLst/>
            </a:prstGeom>
            <a:noFill/>
            <a:ln w="19050">
              <a:solidFill>
                <a:srgbClr val="f1f1f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81720" bIns="817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</p:grpSp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title"/>
          </p:nvPr>
        </p:nvSpPr>
        <p:spPr>
          <a:xfrm>
            <a:off x="720000" y="1811880"/>
            <a:ext cx="894600" cy="46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3000" spc="-1" strike="noStrike">
                <a:solidFill>
                  <a:schemeClr val="lt2"/>
                </a:solidFill>
                <a:latin typeface="Raleway ExtraBold"/>
                <a:ea typeface="Raleway ExtraBold"/>
              </a:rPr>
              <a:t>xx%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title"/>
          </p:nvPr>
        </p:nvSpPr>
        <p:spPr>
          <a:xfrm>
            <a:off x="720000" y="3593880"/>
            <a:ext cx="894600" cy="46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3000" spc="-1" strike="noStrike">
                <a:solidFill>
                  <a:schemeClr val="lt2"/>
                </a:solidFill>
                <a:latin typeface="Raleway ExtraBold"/>
                <a:ea typeface="Raleway ExtraBold"/>
              </a:rPr>
              <a:t>xx%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4"/>
          <p:cNvSpPr>
            <a:spLocks noGrp="1"/>
          </p:cNvSpPr>
          <p:nvPr>
            <p:ph type="title"/>
          </p:nvPr>
        </p:nvSpPr>
        <p:spPr>
          <a:xfrm>
            <a:off x="5143680" y="1811880"/>
            <a:ext cx="894600" cy="46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3000" spc="-1" strike="noStrike">
                <a:solidFill>
                  <a:schemeClr val="lt2"/>
                </a:solidFill>
                <a:latin typeface="Raleway ExtraBold"/>
                <a:ea typeface="Raleway ExtraBold"/>
              </a:rPr>
              <a:t>xx%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5"/>
          <p:cNvSpPr>
            <a:spLocks noGrp="1"/>
          </p:cNvSpPr>
          <p:nvPr>
            <p:ph type="title"/>
          </p:nvPr>
        </p:nvSpPr>
        <p:spPr>
          <a:xfrm>
            <a:off x="5143680" y="3593880"/>
            <a:ext cx="894600" cy="46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3000" spc="-1" strike="noStrike">
                <a:solidFill>
                  <a:schemeClr val="lt2"/>
                </a:solidFill>
                <a:latin typeface="Raleway ExtraBold"/>
                <a:ea typeface="Raleway ExtraBold"/>
              </a:rPr>
              <a:t>xx%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6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6;p1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34" name="Google Shape;346;p15"/>
          <p:cNvGrpSpPr/>
          <p:nvPr/>
        </p:nvGrpSpPr>
        <p:grpSpPr>
          <a:xfrm>
            <a:off x="360" y="3049560"/>
            <a:ext cx="329760" cy="2928240"/>
            <a:chOff x="360" y="3049560"/>
            <a:chExt cx="329760" cy="2928240"/>
          </a:xfrm>
        </p:grpSpPr>
        <p:sp>
          <p:nvSpPr>
            <p:cNvPr id="135" name="Google Shape;347;p15"/>
            <p:cNvSpPr/>
            <p:nvPr/>
          </p:nvSpPr>
          <p:spPr>
            <a:xfrm rot="5400000">
              <a:off x="104400" y="294552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36" name="Google Shape;348;p15"/>
            <p:cNvSpPr/>
            <p:nvPr/>
          </p:nvSpPr>
          <p:spPr>
            <a:xfrm rot="5400000">
              <a:off x="104400" y="575208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37" name="Google Shape;349;p15"/>
            <p:cNvSpPr/>
            <p:nvPr/>
          </p:nvSpPr>
          <p:spPr>
            <a:xfrm rot="5400000">
              <a:off x="104400" y="563508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38" name="Google Shape;350;p15"/>
            <p:cNvSpPr/>
            <p:nvPr/>
          </p:nvSpPr>
          <p:spPr>
            <a:xfrm rot="5400000">
              <a:off x="104400" y="551880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39" name="Google Shape;351;p15"/>
            <p:cNvSpPr/>
            <p:nvPr/>
          </p:nvSpPr>
          <p:spPr>
            <a:xfrm rot="5400000">
              <a:off x="104400" y="540144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40" name="Google Shape;352;p15"/>
            <p:cNvSpPr/>
            <p:nvPr/>
          </p:nvSpPr>
          <p:spPr>
            <a:xfrm rot="5400000">
              <a:off x="104400" y="528516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41" name="Google Shape;353;p15"/>
            <p:cNvSpPr/>
            <p:nvPr/>
          </p:nvSpPr>
          <p:spPr>
            <a:xfrm rot="5400000">
              <a:off x="104400" y="516780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42" name="Google Shape;354;p15"/>
            <p:cNvSpPr/>
            <p:nvPr/>
          </p:nvSpPr>
          <p:spPr>
            <a:xfrm rot="5400000">
              <a:off x="104400" y="505152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43" name="Google Shape;355;p15"/>
            <p:cNvSpPr/>
            <p:nvPr/>
          </p:nvSpPr>
          <p:spPr>
            <a:xfrm rot="5400000">
              <a:off x="104400" y="493416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44" name="Google Shape;356;p15"/>
            <p:cNvSpPr/>
            <p:nvPr/>
          </p:nvSpPr>
          <p:spPr>
            <a:xfrm rot="5400000">
              <a:off x="104400" y="481788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45" name="Google Shape;357;p15"/>
            <p:cNvSpPr/>
            <p:nvPr/>
          </p:nvSpPr>
          <p:spPr>
            <a:xfrm rot="5400000">
              <a:off x="104400" y="470052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46" name="Google Shape;358;p15"/>
            <p:cNvSpPr/>
            <p:nvPr/>
          </p:nvSpPr>
          <p:spPr>
            <a:xfrm rot="5400000">
              <a:off x="104400" y="458424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47" name="Google Shape;359;p15"/>
            <p:cNvSpPr/>
            <p:nvPr/>
          </p:nvSpPr>
          <p:spPr>
            <a:xfrm rot="5400000">
              <a:off x="104400" y="446688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48" name="Google Shape;360;p15"/>
            <p:cNvSpPr/>
            <p:nvPr/>
          </p:nvSpPr>
          <p:spPr>
            <a:xfrm rot="5400000">
              <a:off x="104400" y="435060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49" name="Google Shape;361;p15"/>
            <p:cNvSpPr/>
            <p:nvPr/>
          </p:nvSpPr>
          <p:spPr>
            <a:xfrm rot="5400000">
              <a:off x="104400" y="423324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50" name="Google Shape;362;p15"/>
            <p:cNvSpPr/>
            <p:nvPr/>
          </p:nvSpPr>
          <p:spPr>
            <a:xfrm rot="5400000">
              <a:off x="104400" y="411696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51" name="Google Shape;363;p15"/>
            <p:cNvSpPr/>
            <p:nvPr/>
          </p:nvSpPr>
          <p:spPr>
            <a:xfrm rot="5400000">
              <a:off x="104400" y="399996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52" name="Google Shape;364;p15"/>
            <p:cNvSpPr/>
            <p:nvPr/>
          </p:nvSpPr>
          <p:spPr>
            <a:xfrm rot="5400000">
              <a:off x="104400" y="388332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53" name="Google Shape;365;p15"/>
            <p:cNvSpPr/>
            <p:nvPr/>
          </p:nvSpPr>
          <p:spPr>
            <a:xfrm rot="5400000">
              <a:off x="104400" y="376632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54" name="Google Shape;366;p15"/>
            <p:cNvSpPr/>
            <p:nvPr/>
          </p:nvSpPr>
          <p:spPr>
            <a:xfrm rot="5400000">
              <a:off x="104400" y="364896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55" name="Google Shape;367;p15"/>
            <p:cNvSpPr/>
            <p:nvPr/>
          </p:nvSpPr>
          <p:spPr>
            <a:xfrm rot="5400000">
              <a:off x="104400" y="353268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56" name="Google Shape;368;p15"/>
            <p:cNvSpPr/>
            <p:nvPr/>
          </p:nvSpPr>
          <p:spPr>
            <a:xfrm rot="5400000">
              <a:off x="104400" y="341460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57" name="Google Shape;369;p15"/>
            <p:cNvSpPr/>
            <p:nvPr/>
          </p:nvSpPr>
          <p:spPr>
            <a:xfrm rot="5400000">
              <a:off x="104400" y="329904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58" name="Google Shape;370;p15"/>
            <p:cNvSpPr/>
            <p:nvPr/>
          </p:nvSpPr>
          <p:spPr>
            <a:xfrm rot="5400000">
              <a:off x="104400" y="317988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59" name="Google Shape;371;p15"/>
            <p:cNvSpPr/>
            <p:nvPr/>
          </p:nvSpPr>
          <p:spPr>
            <a:xfrm rot="5400000">
              <a:off x="104400" y="306540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</p:grpSp>
      <p:grpSp>
        <p:nvGrpSpPr>
          <p:cNvPr id="160" name="Google Shape;372;p15"/>
          <p:cNvGrpSpPr/>
          <p:nvPr/>
        </p:nvGrpSpPr>
        <p:grpSpPr>
          <a:xfrm>
            <a:off x="5499720" y="4603680"/>
            <a:ext cx="2924280" cy="163080"/>
            <a:chOff x="5499720" y="4603680"/>
            <a:chExt cx="2924280" cy="163080"/>
          </a:xfrm>
        </p:grpSpPr>
        <p:cxnSp>
          <p:nvCxnSpPr>
            <p:cNvPr id="161" name="Google Shape;373;p15"/>
            <p:cNvCxnSpPr/>
            <p:nvPr/>
          </p:nvCxnSpPr>
          <p:spPr>
            <a:xfrm flipH="1">
              <a:off x="5897160" y="4683600"/>
              <a:ext cx="2527200" cy="360"/>
            </a:xfrm>
            <a:prstGeom prst="straightConnector1">
              <a:avLst/>
            </a:prstGeom>
            <a:ln w="19050">
              <a:solidFill>
                <a:srgbClr val="f1f1f1"/>
              </a:solidFill>
              <a:round/>
            </a:ln>
          </p:spPr>
        </p:cxnSp>
        <p:sp>
          <p:nvSpPr>
            <p:cNvPr id="162" name="Google Shape;374;p15"/>
            <p:cNvSpPr/>
            <p:nvPr/>
          </p:nvSpPr>
          <p:spPr>
            <a:xfrm flipH="1">
              <a:off x="5499360" y="4603680"/>
              <a:ext cx="163080" cy="163080"/>
            </a:xfrm>
            <a:prstGeom prst="rect">
              <a:avLst/>
            </a:prstGeom>
            <a:noFill/>
            <a:ln w="19050">
              <a:solidFill>
                <a:srgbClr val="f1f1f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81720" bIns="817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</p:grpSp>
      <p:sp>
        <p:nvSpPr>
          <p:cNvPr id="16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6;p1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grpSp>
        <p:nvGrpSpPr>
          <p:cNvPr id="165" name="Google Shape;453;p19"/>
          <p:cNvGrpSpPr/>
          <p:nvPr/>
        </p:nvGrpSpPr>
        <p:grpSpPr>
          <a:xfrm>
            <a:off x="6959520" y="0"/>
            <a:ext cx="2928600" cy="329760"/>
            <a:chOff x="6959520" y="0"/>
            <a:chExt cx="2928600" cy="329760"/>
          </a:xfrm>
        </p:grpSpPr>
        <p:sp>
          <p:nvSpPr>
            <p:cNvPr id="166" name="Google Shape;454;p19"/>
            <p:cNvSpPr/>
            <p:nvPr/>
          </p:nvSpPr>
          <p:spPr>
            <a:xfrm>
              <a:off x="695952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67" name="Google Shape;455;p19"/>
            <p:cNvSpPr/>
            <p:nvPr/>
          </p:nvSpPr>
          <p:spPr>
            <a:xfrm>
              <a:off x="976644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68" name="Google Shape;456;p19"/>
            <p:cNvSpPr/>
            <p:nvPr/>
          </p:nvSpPr>
          <p:spPr>
            <a:xfrm>
              <a:off x="964908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69" name="Google Shape;457;p19"/>
            <p:cNvSpPr/>
            <p:nvPr/>
          </p:nvSpPr>
          <p:spPr>
            <a:xfrm>
              <a:off x="953280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70" name="Google Shape;458;p19"/>
            <p:cNvSpPr/>
            <p:nvPr/>
          </p:nvSpPr>
          <p:spPr>
            <a:xfrm>
              <a:off x="941544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71" name="Google Shape;459;p19"/>
            <p:cNvSpPr/>
            <p:nvPr/>
          </p:nvSpPr>
          <p:spPr>
            <a:xfrm>
              <a:off x="929916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72" name="Google Shape;460;p19"/>
            <p:cNvSpPr/>
            <p:nvPr/>
          </p:nvSpPr>
          <p:spPr>
            <a:xfrm>
              <a:off x="918180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73" name="Google Shape;461;p19"/>
            <p:cNvSpPr/>
            <p:nvPr/>
          </p:nvSpPr>
          <p:spPr>
            <a:xfrm>
              <a:off x="906552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74" name="Google Shape;462;p19"/>
            <p:cNvSpPr/>
            <p:nvPr/>
          </p:nvSpPr>
          <p:spPr>
            <a:xfrm>
              <a:off x="894816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75" name="Google Shape;463;p19"/>
            <p:cNvSpPr/>
            <p:nvPr/>
          </p:nvSpPr>
          <p:spPr>
            <a:xfrm>
              <a:off x="883188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76" name="Google Shape;464;p19"/>
            <p:cNvSpPr/>
            <p:nvPr/>
          </p:nvSpPr>
          <p:spPr>
            <a:xfrm>
              <a:off x="871452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77" name="Google Shape;465;p19"/>
            <p:cNvSpPr/>
            <p:nvPr/>
          </p:nvSpPr>
          <p:spPr>
            <a:xfrm>
              <a:off x="859824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78" name="Google Shape;466;p19"/>
            <p:cNvSpPr/>
            <p:nvPr/>
          </p:nvSpPr>
          <p:spPr>
            <a:xfrm>
              <a:off x="848088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79" name="Google Shape;467;p19"/>
            <p:cNvSpPr/>
            <p:nvPr/>
          </p:nvSpPr>
          <p:spPr>
            <a:xfrm>
              <a:off x="836460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80" name="Google Shape;468;p19"/>
            <p:cNvSpPr/>
            <p:nvPr/>
          </p:nvSpPr>
          <p:spPr>
            <a:xfrm>
              <a:off x="824760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81" name="Google Shape;469;p19"/>
            <p:cNvSpPr/>
            <p:nvPr/>
          </p:nvSpPr>
          <p:spPr>
            <a:xfrm>
              <a:off x="813096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82" name="Google Shape;470;p19"/>
            <p:cNvSpPr/>
            <p:nvPr/>
          </p:nvSpPr>
          <p:spPr>
            <a:xfrm>
              <a:off x="801396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83" name="Google Shape;471;p19"/>
            <p:cNvSpPr/>
            <p:nvPr/>
          </p:nvSpPr>
          <p:spPr>
            <a:xfrm>
              <a:off x="789732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84" name="Google Shape;472;p19"/>
            <p:cNvSpPr/>
            <p:nvPr/>
          </p:nvSpPr>
          <p:spPr>
            <a:xfrm>
              <a:off x="778032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85" name="Google Shape;473;p19"/>
            <p:cNvSpPr/>
            <p:nvPr/>
          </p:nvSpPr>
          <p:spPr>
            <a:xfrm>
              <a:off x="766296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86" name="Google Shape;474;p19"/>
            <p:cNvSpPr/>
            <p:nvPr/>
          </p:nvSpPr>
          <p:spPr>
            <a:xfrm>
              <a:off x="754668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87" name="Google Shape;475;p19"/>
            <p:cNvSpPr/>
            <p:nvPr/>
          </p:nvSpPr>
          <p:spPr>
            <a:xfrm>
              <a:off x="742860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88" name="Google Shape;476;p19"/>
            <p:cNvSpPr/>
            <p:nvPr/>
          </p:nvSpPr>
          <p:spPr>
            <a:xfrm>
              <a:off x="731304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89" name="Google Shape;477;p19"/>
            <p:cNvSpPr/>
            <p:nvPr/>
          </p:nvSpPr>
          <p:spPr>
            <a:xfrm>
              <a:off x="719424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90" name="Google Shape;478;p19"/>
            <p:cNvSpPr/>
            <p:nvPr/>
          </p:nvSpPr>
          <p:spPr>
            <a:xfrm>
              <a:off x="7079400" y="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</p:grpSp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92" name="Google Shape;480;p19"/>
          <p:cNvGrpSpPr/>
          <p:nvPr/>
        </p:nvGrpSpPr>
        <p:grpSpPr>
          <a:xfrm>
            <a:off x="719640" y="4603680"/>
            <a:ext cx="3071160" cy="204480"/>
            <a:chOff x="719640" y="4603680"/>
            <a:chExt cx="3071160" cy="204480"/>
          </a:xfrm>
        </p:grpSpPr>
        <p:cxnSp>
          <p:nvCxnSpPr>
            <p:cNvPr id="193" name="Google Shape;481;p19"/>
            <p:cNvCxnSpPr/>
            <p:nvPr/>
          </p:nvCxnSpPr>
          <p:spPr>
            <a:xfrm>
              <a:off x="719640" y="4705920"/>
              <a:ext cx="2527200" cy="360"/>
            </a:xfrm>
            <a:prstGeom prst="straightConnector1">
              <a:avLst/>
            </a:prstGeom>
            <a:ln w="19050">
              <a:solidFill>
                <a:srgbClr val="f1f1f1"/>
              </a:solidFill>
              <a:round/>
            </a:ln>
          </p:spPr>
        </p:cxnSp>
        <p:sp>
          <p:nvSpPr>
            <p:cNvPr id="194" name="Google Shape;482;p19"/>
            <p:cNvSpPr/>
            <p:nvPr/>
          </p:nvSpPr>
          <p:spPr>
            <a:xfrm flipH="1">
              <a:off x="3453120" y="4603680"/>
              <a:ext cx="337320" cy="204480"/>
            </a:xfrm>
            <a:custGeom>
              <a:avLst/>
              <a:gdLst>
                <a:gd name="textAreaLeft" fmla="*/ -360 w 337320"/>
                <a:gd name="textAreaRight" fmla="*/ 337320 w 337320"/>
                <a:gd name="textAreaTop" fmla="*/ 0 h 204480"/>
                <a:gd name="textAreaBottom" fmla="*/ 204840 h 204480"/>
              </a:gdLst>
              <a:ahLst/>
              <a:rect l="textAreaLeft" t="textAreaTop" r="textAreaRight" b="textAreaBottom"/>
              <a:pathLst>
                <a:path w="171255" h="103871">
                  <a:moveTo>
                    <a:pt x="55188" y="11765"/>
                  </a:moveTo>
                  <a:cubicBezTo>
                    <a:pt x="52807" y="14748"/>
                    <a:pt x="50702" y="17905"/>
                    <a:pt x="48898" y="21164"/>
                  </a:cubicBezTo>
                  <a:cubicBezTo>
                    <a:pt x="45865" y="19835"/>
                    <a:pt x="42958" y="18306"/>
                    <a:pt x="40176" y="16627"/>
                  </a:cubicBezTo>
                  <a:cubicBezTo>
                    <a:pt x="40376" y="16552"/>
                    <a:pt x="40577" y="16452"/>
                    <a:pt x="40802" y="16377"/>
                  </a:cubicBezTo>
                  <a:cubicBezTo>
                    <a:pt x="41028" y="16276"/>
                    <a:pt x="41253" y="16176"/>
                    <a:pt x="41504" y="16101"/>
                  </a:cubicBezTo>
                  <a:cubicBezTo>
                    <a:pt x="41980" y="15900"/>
                    <a:pt x="42482" y="15700"/>
                    <a:pt x="42958" y="15525"/>
                  </a:cubicBezTo>
                  <a:cubicBezTo>
                    <a:pt x="43133" y="15449"/>
                    <a:pt x="43309" y="15399"/>
                    <a:pt x="43459" y="15324"/>
                  </a:cubicBezTo>
                  <a:cubicBezTo>
                    <a:pt x="44010" y="15124"/>
                    <a:pt x="44537" y="14948"/>
                    <a:pt x="45088" y="14748"/>
                  </a:cubicBezTo>
                  <a:cubicBezTo>
                    <a:pt x="45314" y="14672"/>
                    <a:pt x="45539" y="14597"/>
                    <a:pt x="45765" y="14522"/>
                  </a:cubicBezTo>
                  <a:cubicBezTo>
                    <a:pt x="46166" y="14372"/>
                    <a:pt x="46567" y="14246"/>
                    <a:pt x="46993" y="14096"/>
                  </a:cubicBezTo>
                  <a:cubicBezTo>
                    <a:pt x="47218" y="14021"/>
                    <a:pt x="47469" y="13946"/>
                    <a:pt x="47695" y="13870"/>
                  </a:cubicBezTo>
                  <a:cubicBezTo>
                    <a:pt x="48146" y="13720"/>
                    <a:pt x="48597" y="13595"/>
                    <a:pt x="49023" y="13444"/>
                  </a:cubicBezTo>
                  <a:cubicBezTo>
                    <a:pt x="49223" y="13394"/>
                    <a:pt x="49424" y="13319"/>
                    <a:pt x="49624" y="13269"/>
                  </a:cubicBezTo>
                  <a:cubicBezTo>
                    <a:pt x="50251" y="13068"/>
                    <a:pt x="50903" y="12893"/>
                    <a:pt x="51554" y="12717"/>
                  </a:cubicBezTo>
                  <a:cubicBezTo>
                    <a:pt x="51680" y="12667"/>
                    <a:pt x="51830" y="12642"/>
                    <a:pt x="51980" y="12592"/>
                  </a:cubicBezTo>
                  <a:cubicBezTo>
                    <a:pt x="52482" y="12442"/>
                    <a:pt x="53008" y="12316"/>
                    <a:pt x="53534" y="12166"/>
                  </a:cubicBezTo>
                  <a:cubicBezTo>
                    <a:pt x="53760" y="12116"/>
                    <a:pt x="53985" y="12066"/>
                    <a:pt x="54211" y="11991"/>
                  </a:cubicBezTo>
                  <a:cubicBezTo>
                    <a:pt x="54537" y="11915"/>
                    <a:pt x="54863" y="11840"/>
                    <a:pt x="55188" y="11765"/>
                  </a:cubicBezTo>
                  <a:close/>
                  <a:moveTo>
                    <a:pt x="116066" y="11765"/>
                  </a:moveTo>
                  <a:lnTo>
                    <a:pt x="116066" y="11765"/>
                  </a:lnTo>
                  <a:cubicBezTo>
                    <a:pt x="116392" y="11840"/>
                    <a:pt x="116718" y="11915"/>
                    <a:pt x="117043" y="11991"/>
                  </a:cubicBezTo>
                  <a:cubicBezTo>
                    <a:pt x="117269" y="12066"/>
                    <a:pt x="117494" y="12116"/>
                    <a:pt x="117720" y="12166"/>
                  </a:cubicBezTo>
                  <a:cubicBezTo>
                    <a:pt x="118246" y="12316"/>
                    <a:pt x="118773" y="12467"/>
                    <a:pt x="119299" y="12592"/>
                  </a:cubicBezTo>
                  <a:cubicBezTo>
                    <a:pt x="119449" y="12642"/>
                    <a:pt x="119575" y="12667"/>
                    <a:pt x="119700" y="12717"/>
                  </a:cubicBezTo>
                  <a:cubicBezTo>
                    <a:pt x="120352" y="12893"/>
                    <a:pt x="121003" y="13068"/>
                    <a:pt x="121630" y="13269"/>
                  </a:cubicBezTo>
                  <a:cubicBezTo>
                    <a:pt x="121830" y="13319"/>
                    <a:pt x="122006" y="13394"/>
                    <a:pt x="122181" y="13444"/>
                  </a:cubicBezTo>
                  <a:cubicBezTo>
                    <a:pt x="122657" y="13595"/>
                    <a:pt x="123109" y="13720"/>
                    <a:pt x="123560" y="13870"/>
                  </a:cubicBezTo>
                  <a:cubicBezTo>
                    <a:pt x="123785" y="13946"/>
                    <a:pt x="124011" y="14021"/>
                    <a:pt x="124236" y="14096"/>
                  </a:cubicBezTo>
                  <a:cubicBezTo>
                    <a:pt x="124662" y="14246"/>
                    <a:pt x="125114" y="14397"/>
                    <a:pt x="125565" y="14547"/>
                  </a:cubicBezTo>
                  <a:cubicBezTo>
                    <a:pt x="125740" y="14597"/>
                    <a:pt x="125941" y="14672"/>
                    <a:pt x="126141" y="14748"/>
                  </a:cubicBezTo>
                  <a:cubicBezTo>
                    <a:pt x="126768" y="14948"/>
                    <a:pt x="127369" y="15174"/>
                    <a:pt x="127996" y="15399"/>
                  </a:cubicBezTo>
                  <a:cubicBezTo>
                    <a:pt x="127996" y="15424"/>
                    <a:pt x="128021" y="15424"/>
                    <a:pt x="128046" y="15424"/>
                  </a:cubicBezTo>
                  <a:cubicBezTo>
                    <a:pt x="128622" y="15650"/>
                    <a:pt x="129224" y="15875"/>
                    <a:pt x="129800" y="16101"/>
                  </a:cubicBezTo>
                  <a:cubicBezTo>
                    <a:pt x="129976" y="16176"/>
                    <a:pt x="130151" y="16251"/>
                    <a:pt x="130352" y="16327"/>
                  </a:cubicBezTo>
                  <a:cubicBezTo>
                    <a:pt x="130602" y="16427"/>
                    <a:pt x="130828" y="16527"/>
                    <a:pt x="131079" y="16627"/>
                  </a:cubicBezTo>
                  <a:cubicBezTo>
                    <a:pt x="128297" y="18306"/>
                    <a:pt x="125389" y="19835"/>
                    <a:pt x="122382" y="21189"/>
                  </a:cubicBezTo>
                  <a:cubicBezTo>
                    <a:pt x="120552" y="17905"/>
                    <a:pt x="118447" y="14748"/>
                    <a:pt x="116066" y="11765"/>
                  </a:cubicBezTo>
                  <a:close/>
                  <a:moveTo>
                    <a:pt x="82206" y="8231"/>
                  </a:moveTo>
                  <a:lnTo>
                    <a:pt x="82206" y="28783"/>
                  </a:lnTo>
                  <a:cubicBezTo>
                    <a:pt x="73334" y="28457"/>
                    <a:pt x="64762" y="26928"/>
                    <a:pt x="56592" y="24171"/>
                  </a:cubicBezTo>
                  <a:cubicBezTo>
                    <a:pt x="59725" y="18783"/>
                    <a:pt x="63760" y="13795"/>
                    <a:pt x="68622" y="9284"/>
                  </a:cubicBezTo>
                  <a:cubicBezTo>
                    <a:pt x="68797" y="9259"/>
                    <a:pt x="68973" y="9234"/>
                    <a:pt x="69148" y="9209"/>
                  </a:cubicBezTo>
                  <a:cubicBezTo>
                    <a:pt x="69499" y="9159"/>
                    <a:pt x="69825" y="9134"/>
                    <a:pt x="70151" y="9083"/>
                  </a:cubicBezTo>
                  <a:cubicBezTo>
                    <a:pt x="70577" y="9033"/>
                    <a:pt x="70978" y="8983"/>
                    <a:pt x="71404" y="8958"/>
                  </a:cubicBezTo>
                  <a:cubicBezTo>
                    <a:pt x="71705" y="8908"/>
                    <a:pt x="72031" y="8883"/>
                    <a:pt x="72331" y="8858"/>
                  </a:cubicBezTo>
                  <a:cubicBezTo>
                    <a:pt x="72782" y="8808"/>
                    <a:pt x="73209" y="8758"/>
                    <a:pt x="73660" y="8732"/>
                  </a:cubicBezTo>
                  <a:cubicBezTo>
                    <a:pt x="73960" y="8707"/>
                    <a:pt x="74261" y="8682"/>
                    <a:pt x="74537" y="8657"/>
                  </a:cubicBezTo>
                  <a:cubicBezTo>
                    <a:pt x="75013" y="8607"/>
                    <a:pt x="75464" y="8582"/>
                    <a:pt x="75915" y="8532"/>
                  </a:cubicBezTo>
                  <a:cubicBezTo>
                    <a:pt x="76216" y="8507"/>
                    <a:pt x="76492" y="8507"/>
                    <a:pt x="76792" y="8482"/>
                  </a:cubicBezTo>
                  <a:cubicBezTo>
                    <a:pt x="77244" y="8457"/>
                    <a:pt x="77720" y="8432"/>
                    <a:pt x="78196" y="8407"/>
                  </a:cubicBezTo>
                  <a:cubicBezTo>
                    <a:pt x="78472" y="8382"/>
                    <a:pt x="78747" y="8357"/>
                    <a:pt x="79048" y="8357"/>
                  </a:cubicBezTo>
                  <a:cubicBezTo>
                    <a:pt x="79524" y="8331"/>
                    <a:pt x="80001" y="8306"/>
                    <a:pt x="80477" y="8281"/>
                  </a:cubicBezTo>
                  <a:cubicBezTo>
                    <a:pt x="80752" y="8281"/>
                    <a:pt x="81028" y="8256"/>
                    <a:pt x="81304" y="8256"/>
                  </a:cubicBezTo>
                  <a:cubicBezTo>
                    <a:pt x="81605" y="8256"/>
                    <a:pt x="81905" y="8231"/>
                    <a:pt x="82206" y="8231"/>
                  </a:cubicBezTo>
                  <a:close/>
                  <a:moveTo>
                    <a:pt x="89048" y="8231"/>
                  </a:moveTo>
                  <a:cubicBezTo>
                    <a:pt x="89224" y="8231"/>
                    <a:pt x="89399" y="8231"/>
                    <a:pt x="89575" y="8256"/>
                  </a:cubicBezTo>
                  <a:cubicBezTo>
                    <a:pt x="89850" y="8256"/>
                    <a:pt x="90151" y="8256"/>
                    <a:pt x="90452" y="8281"/>
                  </a:cubicBezTo>
                  <a:cubicBezTo>
                    <a:pt x="90903" y="8281"/>
                    <a:pt x="91379" y="8306"/>
                    <a:pt x="91830" y="8331"/>
                  </a:cubicBezTo>
                  <a:cubicBezTo>
                    <a:pt x="92131" y="8357"/>
                    <a:pt x="92432" y="8357"/>
                    <a:pt x="92732" y="8382"/>
                  </a:cubicBezTo>
                  <a:cubicBezTo>
                    <a:pt x="93184" y="8407"/>
                    <a:pt x="93635" y="8432"/>
                    <a:pt x="94111" y="8457"/>
                  </a:cubicBezTo>
                  <a:cubicBezTo>
                    <a:pt x="94387" y="8482"/>
                    <a:pt x="94687" y="8482"/>
                    <a:pt x="94988" y="8507"/>
                  </a:cubicBezTo>
                  <a:cubicBezTo>
                    <a:pt x="95439" y="8557"/>
                    <a:pt x="95915" y="8582"/>
                    <a:pt x="96367" y="8607"/>
                  </a:cubicBezTo>
                  <a:cubicBezTo>
                    <a:pt x="96617" y="8632"/>
                    <a:pt x="96893" y="8657"/>
                    <a:pt x="97143" y="8682"/>
                  </a:cubicBezTo>
                  <a:cubicBezTo>
                    <a:pt x="97219" y="8682"/>
                    <a:pt x="97294" y="8707"/>
                    <a:pt x="97394" y="8707"/>
                  </a:cubicBezTo>
                  <a:cubicBezTo>
                    <a:pt x="97795" y="8732"/>
                    <a:pt x="98221" y="8783"/>
                    <a:pt x="98647" y="8833"/>
                  </a:cubicBezTo>
                  <a:cubicBezTo>
                    <a:pt x="98848" y="8833"/>
                    <a:pt x="99023" y="8858"/>
                    <a:pt x="99224" y="8883"/>
                  </a:cubicBezTo>
                  <a:cubicBezTo>
                    <a:pt x="99399" y="8908"/>
                    <a:pt x="99575" y="8908"/>
                    <a:pt x="99775" y="8933"/>
                  </a:cubicBezTo>
                  <a:cubicBezTo>
                    <a:pt x="100176" y="8983"/>
                    <a:pt x="100577" y="9033"/>
                    <a:pt x="100978" y="9083"/>
                  </a:cubicBezTo>
                  <a:cubicBezTo>
                    <a:pt x="101078" y="9083"/>
                    <a:pt x="101179" y="9108"/>
                    <a:pt x="101254" y="9108"/>
                  </a:cubicBezTo>
                  <a:cubicBezTo>
                    <a:pt x="101529" y="9134"/>
                    <a:pt x="101780" y="9159"/>
                    <a:pt x="102056" y="9209"/>
                  </a:cubicBezTo>
                  <a:cubicBezTo>
                    <a:pt x="102256" y="9234"/>
                    <a:pt x="102432" y="9259"/>
                    <a:pt x="102632" y="9284"/>
                  </a:cubicBezTo>
                  <a:cubicBezTo>
                    <a:pt x="107494" y="13770"/>
                    <a:pt x="111530" y="18783"/>
                    <a:pt x="114662" y="24171"/>
                  </a:cubicBezTo>
                  <a:cubicBezTo>
                    <a:pt x="106492" y="26928"/>
                    <a:pt x="97895" y="28457"/>
                    <a:pt x="89048" y="28783"/>
                  </a:cubicBezTo>
                  <a:lnTo>
                    <a:pt x="89048" y="8231"/>
                  </a:lnTo>
                  <a:close/>
                  <a:moveTo>
                    <a:pt x="31529" y="20788"/>
                  </a:moveTo>
                  <a:cubicBezTo>
                    <a:pt x="35840" y="23770"/>
                    <a:pt x="40477" y="26352"/>
                    <a:pt x="45364" y="28557"/>
                  </a:cubicBezTo>
                  <a:cubicBezTo>
                    <a:pt x="42757" y="34973"/>
                    <a:pt x="41228" y="41665"/>
                    <a:pt x="40852" y="48507"/>
                  </a:cubicBezTo>
                  <a:lnTo>
                    <a:pt x="8421" y="48507"/>
                  </a:lnTo>
                  <a:cubicBezTo>
                    <a:pt x="9925" y="38131"/>
                    <a:pt x="18120" y="28256"/>
                    <a:pt x="31529" y="20788"/>
                  </a:cubicBezTo>
                  <a:close/>
                  <a:moveTo>
                    <a:pt x="52958" y="31590"/>
                  </a:moveTo>
                  <a:cubicBezTo>
                    <a:pt x="62256" y="34823"/>
                    <a:pt x="72081" y="36652"/>
                    <a:pt x="82206" y="36978"/>
                  </a:cubicBezTo>
                  <a:lnTo>
                    <a:pt x="82206" y="48507"/>
                  </a:lnTo>
                  <a:lnTo>
                    <a:pt x="49073" y="48507"/>
                  </a:lnTo>
                  <a:cubicBezTo>
                    <a:pt x="49424" y="42718"/>
                    <a:pt x="50727" y="37053"/>
                    <a:pt x="52958" y="31590"/>
                  </a:cubicBezTo>
                  <a:close/>
                  <a:moveTo>
                    <a:pt x="118296" y="31590"/>
                  </a:moveTo>
                  <a:cubicBezTo>
                    <a:pt x="120527" y="37053"/>
                    <a:pt x="121830" y="42718"/>
                    <a:pt x="122206" y="48507"/>
                  </a:cubicBezTo>
                  <a:lnTo>
                    <a:pt x="89048" y="48507"/>
                  </a:lnTo>
                  <a:lnTo>
                    <a:pt x="89048" y="36978"/>
                  </a:lnTo>
                  <a:cubicBezTo>
                    <a:pt x="99174" y="36652"/>
                    <a:pt x="108973" y="34823"/>
                    <a:pt x="118296" y="31590"/>
                  </a:cubicBezTo>
                  <a:close/>
                  <a:moveTo>
                    <a:pt x="139725" y="20788"/>
                  </a:moveTo>
                  <a:cubicBezTo>
                    <a:pt x="153134" y="28231"/>
                    <a:pt x="161329" y="38106"/>
                    <a:pt x="162833" y="48507"/>
                  </a:cubicBezTo>
                  <a:lnTo>
                    <a:pt x="130402" y="48507"/>
                  </a:lnTo>
                  <a:cubicBezTo>
                    <a:pt x="130026" y="41690"/>
                    <a:pt x="128522" y="34998"/>
                    <a:pt x="125916" y="28557"/>
                  </a:cubicBezTo>
                  <a:cubicBezTo>
                    <a:pt x="130778" y="26377"/>
                    <a:pt x="135389" y="23770"/>
                    <a:pt x="139725" y="20788"/>
                  </a:cubicBezTo>
                  <a:close/>
                  <a:moveTo>
                    <a:pt x="82206" y="55374"/>
                  </a:moveTo>
                  <a:lnTo>
                    <a:pt x="82206" y="66903"/>
                  </a:lnTo>
                  <a:cubicBezTo>
                    <a:pt x="72081" y="67229"/>
                    <a:pt x="62256" y="69034"/>
                    <a:pt x="52958" y="72292"/>
                  </a:cubicBezTo>
                  <a:cubicBezTo>
                    <a:pt x="50727" y="66828"/>
                    <a:pt x="49424" y="61164"/>
                    <a:pt x="49073" y="55374"/>
                  </a:cubicBezTo>
                  <a:close/>
                  <a:moveTo>
                    <a:pt x="122206" y="55374"/>
                  </a:moveTo>
                  <a:cubicBezTo>
                    <a:pt x="121830" y="61139"/>
                    <a:pt x="120527" y="66828"/>
                    <a:pt x="118296" y="72292"/>
                  </a:cubicBezTo>
                  <a:cubicBezTo>
                    <a:pt x="108973" y="69034"/>
                    <a:pt x="99174" y="67229"/>
                    <a:pt x="89048" y="66903"/>
                  </a:cubicBezTo>
                  <a:lnTo>
                    <a:pt x="89048" y="55374"/>
                  </a:lnTo>
                  <a:close/>
                  <a:moveTo>
                    <a:pt x="40852" y="55374"/>
                  </a:moveTo>
                  <a:cubicBezTo>
                    <a:pt x="41228" y="62216"/>
                    <a:pt x="42757" y="68908"/>
                    <a:pt x="45364" y="75324"/>
                  </a:cubicBezTo>
                  <a:cubicBezTo>
                    <a:pt x="40477" y="77530"/>
                    <a:pt x="35840" y="80111"/>
                    <a:pt x="31529" y="83069"/>
                  </a:cubicBezTo>
                  <a:cubicBezTo>
                    <a:pt x="18120" y="75625"/>
                    <a:pt x="9925" y="65750"/>
                    <a:pt x="8421" y="55374"/>
                  </a:cubicBezTo>
                  <a:close/>
                  <a:moveTo>
                    <a:pt x="162833" y="55374"/>
                  </a:moveTo>
                  <a:cubicBezTo>
                    <a:pt x="161354" y="65750"/>
                    <a:pt x="153134" y="75625"/>
                    <a:pt x="139725" y="83069"/>
                  </a:cubicBezTo>
                  <a:cubicBezTo>
                    <a:pt x="135414" y="80111"/>
                    <a:pt x="130778" y="77505"/>
                    <a:pt x="125916" y="75324"/>
                  </a:cubicBezTo>
                  <a:cubicBezTo>
                    <a:pt x="128522" y="68883"/>
                    <a:pt x="130026" y="62191"/>
                    <a:pt x="130402" y="55374"/>
                  </a:cubicBezTo>
                  <a:close/>
                  <a:moveTo>
                    <a:pt x="122382" y="82693"/>
                  </a:moveTo>
                  <a:cubicBezTo>
                    <a:pt x="125389" y="84046"/>
                    <a:pt x="128297" y="85550"/>
                    <a:pt x="131079" y="87229"/>
                  </a:cubicBezTo>
                  <a:cubicBezTo>
                    <a:pt x="130828" y="87329"/>
                    <a:pt x="130577" y="87430"/>
                    <a:pt x="130327" y="87530"/>
                  </a:cubicBezTo>
                  <a:cubicBezTo>
                    <a:pt x="130151" y="87605"/>
                    <a:pt x="130001" y="87680"/>
                    <a:pt x="129825" y="87755"/>
                  </a:cubicBezTo>
                  <a:cubicBezTo>
                    <a:pt x="128597" y="88232"/>
                    <a:pt x="127369" y="88683"/>
                    <a:pt x="126116" y="89134"/>
                  </a:cubicBezTo>
                  <a:cubicBezTo>
                    <a:pt x="125941" y="89184"/>
                    <a:pt x="125790" y="89234"/>
                    <a:pt x="125615" y="89309"/>
                  </a:cubicBezTo>
                  <a:cubicBezTo>
                    <a:pt x="125139" y="89460"/>
                    <a:pt x="124662" y="89635"/>
                    <a:pt x="124186" y="89786"/>
                  </a:cubicBezTo>
                  <a:cubicBezTo>
                    <a:pt x="123986" y="89861"/>
                    <a:pt x="123810" y="89911"/>
                    <a:pt x="123610" y="89961"/>
                  </a:cubicBezTo>
                  <a:cubicBezTo>
                    <a:pt x="123109" y="90136"/>
                    <a:pt x="122607" y="90287"/>
                    <a:pt x="122081" y="90462"/>
                  </a:cubicBezTo>
                  <a:cubicBezTo>
                    <a:pt x="121956" y="90487"/>
                    <a:pt x="121805" y="90537"/>
                    <a:pt x="121680" y="90588"/>
                  </a:cubicBezTo>
                  <a:cubicBezTo>
                    <a:pt x="121003" y="90788"/>
                    <a:pt x="120352" y="90989"/>
                    <a:pt x="119675" y="91164"/>
                  </a:cubicBezTo>
                  <a:cubicBezTo>
                    <a:pt x="119600" y="91189"/>
                    <a:pt x="119525" y="91189"/>
                    <a:pt x="119474" y="91214"/>
                  </a:cubicBezTo>
                  <a:cubicBezTo>
                    <a:pt x="118873" y="91390"/>
                    <a:pt x="118271" y="91540"/>
                    <a:pt x="117670" y="91690"/>
                  </a:cubicBezTo>
                  <a:cubicBezTo>
                    <a:pt x="117494" y="91740"/>
                    <a:pt x="117294" y="91791"/>
                    <a:pt x="117119" y="91841"/>
                  </a:cubicBezTo>
                  <a:cubicBezTo>
                    <a:pt x="116768" y="91941"/>
                    <a:pt x="116417" y="92016"/>
                    <a:pt x="116091" y="92091"/>
                  </a:cubicBezTo>
                  <a:cubicBezTo>
                    <a:pt x="118447" y="89109"/>
                    <a:pt x="120552" y="85976"/>
                    <a:pt x="122382" y="82693"/>
                  </a:cubicBezTo>
                  <a:close/>
                  <a:moveTo>
                    <a:pt x="48898" y="82693"/>
                  </a:moveTo>
                  <a:cubicBezTo>
                    <a:pt x="50702" y="85976"/>
                    <a:pt x="52807" y="89109"/>
                    <a:pt x="55188" y="92116"/>
                  </a:cubicBezTo>
                  <a:cubicBezTo>
                    <a:pt x="54863" y="92016"/>
                    <a:pt x="54537" y="91941"/>
                    <a:pt x="54211" y="91866"/>
                  </a:cubicBezTo>
                  <a:cubicBezTo>
                    <a:pt x="53985" y="91816"/>
                    <a:pt x="53760" y="91740"/>
                    <a:pt x="53509" y="91690"/>
                  </a:cubicBezTo>
                  <a:cubicBezTo>
                    <a:pt x="52983" y="91540"/>
                    <a:pt x="52457" y="91415"/>
                    <a:pt x="51905" y="91264"/>
                  </a:cubicBezTo>
                  <a:cubicBezTo>
                    <a:pt x="51780" y="91214"/>
                    <a:pt x="51680" y="91189"/>
                    <a:pt x="51554" y="91164"/>
                  </a:cubicBezTo>
                  <a:cubicBezTo>
                    <a:pt x="50903" y="90964"/>
                    <a:pt x="50251" y="90788"/>
                    <a:pt x="49599" y="90588"/>
                  </a:cubicBezTo>
                  <a:cubicBezTo>
                    <a:pt x="49424" y="90537"/>
                    <a:pt x="49248" y="90487"/>
                    <a:pt x="49098" y="90437"/>
                  </a:cubicBezTo>
                  <a:cubicBezTo>
                    <a:pt x="48597" y="90287"/>
                    <a:pt x="48121" y="90136"/>
                    <a:pt x="47670" y="89986"/>
                  </a:cubicBezTo>
                  <a:cubicBezTo>
                    <a:pt x="47444" y="89911"/>
                    <a:pt x="47243" y="89836"/>
                    <a:pt x="47043" y="89786"/>
                  </a:cubicBezTo>
                  <a:cubicBezTo>
                    <a:pt x="46567" y="89635"/>
                    <a:pt x="46116" y="89460"/>
                    <a:pt x="45665" y="89309"/>
                  </a:cubicBezTo>
                  <a:cubicBezTo>
                    <a:pt x="45489" y="89259"/>
                    <a:pt x="45314" y="89184"/>
                    <a:pt x="45138" y="89134"/>
                  </a:cubicBezTo>
                  <a:cubicBezTo>
                    <a:pt x="44512" y="88908"/>
                    <a:pt x="43885" y="88683"/>
                    <a:pt x="43258" y="88457"/>
                  </a:cubicBezTo>
                  <a:cubicBezTo>
                    <a:pt x="43233" y="88457"/>
                    <a:pt x="43233" y="88432"/>
                    <a:pt x="43208" y="88432"/>
                  </a:cubicBezTo>
                  <a:cubicBezTo>
                    <a:pt x="42607" y="88207"/>
                    <a:pt x="42030" y="87981"/>
                    <a:pt x="41454" y="87755"/>
                  </a:cubicBezTo>
                  <a:cubicBezTo>
                    <a:pt x="41253" y="87680"/>
                    <a:pt x="41078" y="87605"/>
                    <a:pt x="40903" y="87530"/>
                  </a:cubicBezTo>
                  <a:cubicBezTo>
                    <a:pt x="40652" y="87430"/>
                    <a:pt x="40426" y="87329"/>
                    <a:pt x="40176" y="87229"/>
                  </a:cubicBezTo>
                  <a:cubicBezTo>
                    <a:pt x="42958" y="85550"/>
                    <a:pt x="45865" y="84046"/>
                    <a:pt x="48898" y="82693"/>
                  </a:cubicBezTo>
                  <a:close/>
                  <a:moveTo>
                    <a:pt x="82206" y="75099"/>
                  </a:moveTo>
                  <a:lnTo>
                    <a:pt x="82206" y="95650"/>
                  </a:lnTo>
                  <a:cubicBezTo>
                    <a:pt x="82006" y="95650"/>
                    <a:pt x="81830" y="95625"/>
                    <a:pt x="81655" y="95625"/>
                  </a:cubicBezTo>
                  <a:lnTo>
                    <a:pt x="81153" y="95625"/>
                  </a:lnTo>
                  <a:cubicBezTo>
                    <a:pt x="80928" y="95600"/>
                    <a:pt x="80677" y="95600"/>
                    <a:pt x="80427" y="95600"/>
                  </a:cubicBezTo>
                  <a:cubicBezTo>
                    <a:pt x="80101" y="95575"/>
                    <a:pt x="79750" y="95550"/>
                    <a:pt x="79424" y="95550"/>
                  </a:cubicBezTo>
                  <a:cubicBezTo>
                    <a:pt x="79249" y="95525"/>
                    <a:pt x="79073" y="95525"/>
                    <a:pt x="78898" y="95525"/>
                  </a:cubicBezTo>
                  <a:cubicBezTo>
                    <a:pt x="78647" y="95500"/>
                    <a:pt x="78397" y="95500"/>
                    <a:pt x="78146" y="95475"/>
                  </a:cubicBezTo>
                  <a:cubicBezTo>
                    <a:pt x="77845" y="95475"/>
                    <a:pt x="77519" y="95450"/>
                    <a:pt x="77219" y="95425"/>
                  </a:cubicBezTo>
                  <a:cubicBezTo>
                    <a:pt x="77043" y="95425"/>
                    <a:pt x="76843" y="95400"/>
                    <a:pt x="76667" y="95400"/>
                  </a:cubicBezTo>
                  <a:cubicBezTo>
                    <a:pt x="76391" y="95375"/>
                    <a:pt x="76141" y="95350"/>
                    <a:pt x="75890" y="95324"/>
                  </a:cubicBezTo>
                  <a:cubicBezTo>
                    <a:pt x="75615" y="95324"/>
                    <a:pt x="75339" y="95299"/>
                    <a:pt x="75063" y="95274"/>
                  </a:cubicBezTo>
                  <a:cubicBezTo>
                    <a:pt x="74863" y="95249"/>
                    <a:pt x="74637" y="95249"/>
                    <a:pt x="74437" y="95224"/>
                  </a:cubicBezTo>
                  <a:cubicBezTo>
                    <a:pt x="74161" y="95199"/>
                    <a:pt x="73885" y="95174"/>
                    <a:pt x="73610" y="95149"/>
                  </a:cubicBezTo>
                  <a:cubicBezTo>
                    <a:pt x="73409" y="95124"/>
                    <a:pt x="73183" y="95099"/>
                    <a:pt x="72983" y="95099"/>
                  </a:cubicBezTo>
                  <a:cubicBezTo>
                    <a:pt x="72732" y="95074"/>
                    <a:pt x="72482" y="95049"/>
                    <a:pt x="72231" y="95024"/>
                  </a:cubicBezTo>
                  <a:cubicBezTo>
                    <a:pt x="71930" y="94999"/>
                    <a:pt x="71655" y="94949"/>
                    <a:pt x="71379" y="94923"/>
                  </a:cubicBezTo>
                  <a:cubicBezTo>
                    <a:pt x="71254" y="94923"/>
                    <a:pt x="71128" y="94898"/>
                    <a:pt x="70978" y="94873"/>
                  </a:cubicBezTo>
                  <a:cubicBezTo>
                    <a:pt x="70677" y="94848"/>
                    <a:pt x="70351" y="94823"/>
                    <a:pt x="70051" y="94773"/>
                  </a:cubicBezTo>
                  <a:cubicBezTo>
                    <a:pt x="69750" y="94748"/>
                    <a:pt x="69449" y="94698"/>
                    <a:pt x="69173" y="94673"/>
                  </a:cubicBezTo>
                  <a:cubicBezTo>
                    <a:pt x="68998" y="94648"/>
                    <a:pt x="68823" y="94623"/>
                    <a:pt x="68622" y="94598"/>
                  </a:cubicBezTo>
                  <a:cubicBezTo>
                    <a:pt x="63760" y="90086"/>
                    <a:pt x="59725" y="85099"/>
                    <a:pt x="56592" y="79710"/>
                  </a:cubicBezTo>
                  <a:cubicBezTo>
                    <a:pt x="64762" y="76953"/>
                    <a:pt x="73334" y="75425"/>
                    <a:pt x="82206" y="75099"/>
                  </a:cubicBezTo>
                  <a:close/>
                  <a:moveTo>
                    <a:pt x="89048" y="75099"/>
                  </a:moveTo>
                  <a:cubicBezTo>
                    <a:pt x="97895" y="75400"/>
                    <a:pt x="106492" y="76953"/>
                    <a:pt x="114662" y="79710"/>
                  </a:cubicBezTo>
                  <a:cubicBezTo>
                    <a:pt x="111530" y="85099"/>
                    <a:pt x="107494" y="90111"/>
                    <a:pt x="102632" y="94598"/>
                  </a:cubicBezTo>
                  <a:cubicBezTo>
                    <a:pt x="102457" y="94623"/>
                    <a:pt x="102281" y="94648"/>
                    <a:pt x="102106" y="94673"/>
                  </a:cubicBezTo>
                  <a:cubicBezTo>
                    <a:pt x="101780" y="94698"/>
                    <a:pt x="101429" y="94748"/>
                    <a:pt x="101078" y="94798"/>
                  </a:cubicBezTo>
                  <a:cubicBezTo>
                    <a:pt x="100677" y="94848"/>
                    <a:pt x="100276" y="94873"/>
                    <a:pt x="99875" y="94923"/>
                  </a:cubicBezTo>
                  <a:cubicBezTo>
                    <a:pt x="99550" y="94974"/>
                    <a:pt x="99224" y="94999"/>
                    <a:pt x="98898" y="95024"/>
                  </a:cubicBezTo>
                  <a:lnTo>
                    <a:pt x="98873" y="95024"/>
                  </a:lnTo>
                  <a:cubicBezTo>
                    <a:pt x="98472" y="95074"/>
                    <a:pt x="98046" y="95124"/>
                    <a:pt x="97620" y="95149"/>
                  </a:cubicBezTo>
                  <a:cubicBezTo>
                    <a:pt x="97344" y="95174"/>
                    <a:pt x="97043" y="95199"/>
                    <a:pt x="96742" y="95224"/>
                  </a:cubicBezTo>
                  <a:cubicBezTo>
                    <a:pt x="96667" y="95224"/>
                    <a:pt x="96617" y="95249"/>
                    <a:pt x="96542" y="95249"/>
                  </a:cubicBezTo>
                  <a:cubicBezTo>
                    <a:pt x="96141" y="95274"/>
                    <a:pt x="95765" y="95299"/>
                    <a:pt x="95364" y="95350"/>
                  </a:cubicBezTo>
                  <a:cubicBezTo>
                    <a:pt x="95088" y="95350"/>
                    <a:pt x="94813" y="95375"/>
                    <a:pt x="94562" y="95400"/>
                  </a:cubicBezTo>
                  <a:cubicBezTo>
                    <a:pt x="94437" y="95400"/>
                    <a:pt x="94336" y="95400"/>
                    <a:pt x="94236" y="95425"/>
                  </a:cubicBezTo>
                  <a:cubicBezTo>
                    <a:pt x="93860" y="95450"/>
                    <a:pt x="93459" y="95450"/>
                    <a:pt x="93058" y="95475"/>
                  </a:cubicBezTo>
                  <a:cubicBezTo>
                    <a:pt x="92833" y="95500"/>
                    <a:pt x="92582" y="95500"/>
                    <a:pt x="92356" y="95525"/>
                  </a:cubicBezTo>
                  <a:cubicBezTo>
                    <a:pt x="92206" y="95525"/>
                    <a:pt x="92081" y="95525"/>
                    <a:pt x="91930" y="95550"/>
                  </a:cubicBezTo>
                  <a:cubicBezTo>
                    <a:pt x="91554" y="95550"/>
                    <a:pt x="91153" y="95575"/>
                    <a:pt x="90778" y="95600"/>
                  </a:cubicBezTo>
                  <a:cubicBezTo>
                    <a:pt x="90552" y="95600"/>
                    <a:pt x="90351" y="95600"/>
                    <a:pt x="90126" y="95625"/>
                  </a:cubicBezTo>
                  <a:lnTo>
                    <a:pt x="89625" y="95625"/>
                  </a:lnTo>
                  <a:cubicBezTo>
                    <a:pt x="89449" y="95625"/>
                    <a:pt x="89249" y="95650"/>
                    <a:pt x="89048" y="95650"/>
                  </a:cubicBezTo>
                  <a:lnTo>
                    <a:pt x="89048" y="75099"/>
                  </a:lnTo>
                  <a:close/>
                  <a:moveTo>
                    <a:pt x="85591" y="0"/>
                  </a:moveTo>
                  <a:cubicBezTo>
                    <a:pt x="82329" y="0"/>
                    <a:pt x="79068" y="112"/>
                    <a:pt x="75840" y="336"/>
                  </a:cubicBezTo>
                  <a:cubicBezTo>
                    <a:pt x="72607" y="562"/>
                    <a:pt x="69399" y="888"/>
                    <a:pt x="66266" y="1339"/>
                  </a:cubicBezTo>
                  <a:lnTo>
                    <a:pt x="66241" y="1339"/>
                  </a:lnTo>
                  <a:lnTo>
                    <a:pt x="65013" y="1514"/>
                  </a:lnTo>
                  <a:cubicBezTo>
                    <a:pt x="63760" y="1715"/>
                    <a:pt x="62532" y="1890"/>
                    <a:pt x="61304" y="2116"/>
                  </a:cubicBezTo>
                  <a:cubicBezTo>
                    <a:pt x="50401" y="4046"/>
                    <a:pt x="40151" y="7304"/>
                    <a:pt x="31354" y="11640"/>
                  </a:cubicBezTo>
                  <a:cubicBezTo>
                    <a:pt x="30877" y="11890"/>
                    <a:pt x="30426" y="12116"/>
                    <a:pt x="29950" y="12342"/>
                  </a:cubicBezTo>
                  <a:lnTo>
                    <a:pt x="24111" y="15374"/>
                  </a:lnTo>
                  <a:lnTo>
                    <a:pt x="24311" y="15550"/>
                  </a:lnTo>
                  <a:cubicBezTo>
                    <a:pt x="8772" y="25149"/>
                    <a:pt x="0" y="38181"/>
                    <a:pt x="0" y="51941"/>
                  </a:cubicBezTo>
                  <a:cubicBezTo>
                    <a:pt x="0" y="65700"/>
                    <a:pt x="8772" y="78733"/>
                    <a:pt x="24311" y="88332"/>
                  </a:cubicBezTo>
                  <a:lnTo>
                    <a:pt x="24085" y="88482"/>
                  </a:lnTo>
                  <a:lnTo>
                    <a:pt x="29950" y="91515"/>
                  </a:lnTo>
                  <a:cubicBezTo>
                    <a:pt x="39700" y="96553"/>
                    <a:pt x="51354" y="100212"/>
                    <a:pt x="63760" y="102167"/>
                  </a:cubicBezTo>
                  <a:cubicBezTo>
                    <a:pt x="63985" y="102217"/>
                    <a:pt x="64236" y="102242"/>
                    <a:pt x="64462" y="102267"/>
                  </a:cubicBezTo>
                  <a:cubicBezTo>
                    <a:pt x="64662" y="102292"/>
                    <a:pt x="64838" y="102342"/>
                    <a:pt x="65013" y="102367"/>
                  </a:cubicBezTo>
                  <a:lnTo>
                    <a:pt x="66241" y="102543"/>
                  </a:lnTo>
                  <a:lnTo>
                    <a:pt x="66266" y="102543"/>
                  </a:lnTo>
                  <a:cubicBezTo>
                    <a:pt x="66467" y="102568"/>
                    <a:pt x="66667" y="102593"/>
                    <a:pt x="66868" y="102618"/>
                  </a:cubicBezTo>
                  <a:cubicBezTo>
                    <a:pt x="72958" y="103445"/>
                    <a:pt x="79249" y="103871"/>
                    <a:pt x="85640" y="103871"/>
                  </a:cubicBezTo>
                  <a:lnTo>
                    <a:pt x="88171" y="103871"/>
                  </a:lnTo>
                  <a:cubicBezTo>
                    <a:pt x="93885" y="103771"/>
                    <a:pt x="99550" y="103319"/>
                    <a:pt x="104988" y="102543"/>
                  </a:cubicBezTo>
                  <a:cubicBezTo>
                    <a:pt x="105063" y="102543"/>
                    <a:pt x="105113" y="102517"/>
                    <a:pt x="105164" y="102517"/>
                  </a:cubicBezTo>
                  <a:lnTo>
                    <a:pt x="106241" y="102367"/>
                  </a:lnTo>
                  <a:cubicBezTo>
                    <a:pt x="107494" y="102167"/>
                    <a:pt x="108722" y="101966"/>
                    <a:pt x="109951" y="101766"/>
                  </a:cubicBezTo>
                  <a:cubicBezTo>
                    <a:pt x="118998" y="100162"/>
                    <a:pt x="127570" y="97655"/>
                    <a:pt x="135239" y="94372"/>
                  </a:cubicBezTo>
                  <a:cubicBezTo>
                    <a:pt x="135815" y="94121"/>
                    <a:pt x="136367" y="93871"/>
                    <a:pt x="136943" y="93620"/>
                  </a:cubicBezTo>
                  <a:cubicBezTo>
                    <a:pt x="137069" y="93570"/>
                    <a:pt x="137169" y="93520"/>
                    <a:pt x="137294" y="93445"/>
                  </a:cubicBezTo>
                  <a:cubicBezTo>
                    <a:pt x="138673" y="92843"/>
                    <a:pt x="140001" y="92192"/>
                    <a:pt x="141304" y="91515"/>
                  </a:cubicBezTo>
                  <a:lnTo>
                    <a:pt x="147169" y="88482"/>
                  </a:lnTo>
                  <a:lnTo>
                    <a:pt x="146943" y="88332"/>
                  </a:lnTo>
                  <a:cubicBezTo>
                    <a:pt x="162482" y="78733"/>
                    <a:pt x="171254" y="65700"/>
                    <a:pt x="171254" y="51941"/>
                  </a:cubicBezTo>
                  <a:cubicBezTo>
                    <a:pt x="171254" y="38181"/>
                    <a:pt x="162482" y="25149"/>
                    <a:pt x="146943" y="15550"/>
                  </a:cubicBezTo>
                  <a:lnTo>
                    <a:pt x="147169" y="15374"/>
                  </a:lnTo>
                  <a:lnTo>
                    <a:pt x="141304" y="12342"/>
                  </a:lnTo>
                  <a:cubicBezTo>
                    <a:pt x="131204" y="7128"/>
                    <a:pt x="119098" y="3394"/>
                    <a:pt x="106241" y="1514"/>
                  </a:cubicBezTo>
                  <a:lnTo>
                    <a:pt x="105013" y="1339"/>
                  </a:lnTo>
                  <a:cubicBezTo>
                    <a:pt x="98718" y="452"/>
                    <a:pt x="92154" y="0"/>
                    <a:pt x="85591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</p:grp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6;p1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grpSp>
        <p:nvGrpSpPr>
          <p:cNvPr id="197" name="Google Shape;668;p25"/>
          <p:cNvGrpSpPr/>
          <p:nvPr/>
        </p:nvGrpSpPr>
        <p:grpSpPr>
          <a:xfrm>
            <a:off x="4572000" y="4813200"/>
            <a:ext cx="2928240" cy="329760"/>
            <a:chOff x="4572000" y="4813200"/>
            <a:chExt cx="2928240" cy="329760"/>
          </a:xfrm>
        </p:grpSpPr>
        <p:sp>
          <p:nvSpPr>
            <p:cNvPr id="198" name="Google Shape;669;p25"/>
            <p:cNvSpPr/>
            <p:nvPr/>
          </p:nvSpPr>
          <p:spPr>
            <a:xfrm>
              <a:off x="4572000" y="481320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99" name="Google Shape;670;p25"/>
            <p:cNvSpPr/>
            <p:nvPr/>
          </p:nvSpPr>
          <p:spPr>
            <a:xfrm>
              <a:off x="7378560" y="481320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00" name="Google Shape;671;p25"/>
            <p:cNvSpPr/>
            <p:nvPr/>
          </p:nvSpPr>
          <p:spPr>
            <a:xfrm>
              <a:off x="7261560" y="481320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01" name="Google Shape;672;p25"/>
            <p:cNvSpPr/>
            <p:nvPr/>
          </p:nvSpPr>
          <p:spPr>
            <a:xfrm>
              <a:off x="7144920" y="481320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02" name="Google Shape;673;p25"/>
            <p:cNvSpPr/>
            <p:nvPr/>
          </p:nvSpPr>
          <p:spPr>
            <a:xfrm>
              <a:off x="7027920" y="481320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03" name="Google Shape;674;p25"/>
            <p:cNvSpPr/>
            <p:nvPr/>
          </p:nvSpPr>
          <p:spPr>
            <a:xfrm>
              <a:off x="6911280" y="481320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04" name="Google Shape;675;p25"/>
            <p:cNvSpPr/>
            <p:nvPr/>
          </p:nvSpPr>
          <p:spPr>
            <a:xfrm>
              <a:off x="6794280" y="481320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05" name="Google Shape;676;p25"/>
            <p:cNvSpPr/>
            <p:nvPr/>
          </p:nvSpPr>
          <p:spPr>
            <a:xfrm>
              <a:off x="6678000" y="481320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06" name="Google Shape;677;p25"/>
            <p:cNvSpPr/>
            <p:nvPr/>
          </p:nvSpPr>
          <p:spPr>
            <a:xfrm>
              <a:off x="6560640" y="481320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07" name="Google Shape;678;p25"/>
            <p:cNvSpPr/>
            <p:nvPr/>
          </p:nvSpPr>
          <p:spPr>
            <a:xfrm>
              <a:off x="6444360" y="481320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08" name="Google Shape;679;p25"/>
            <p:cNvSpPr/>
            <p:nvPr/>
          </p:nvSpPr>
          <p:spPr>
            <a:xfrm>
              <a:off x="6327000" y="481320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09" name="Google Shape;680;p25"/>
            <p:cNvSpPr/>
            <p:nvPr/>
          </p:nvSpPr>
          <p:spPr>
            <a:xfrm>
              <a:off x="6210720" y="481320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10" name="Google Shape;681;p25"/>
            <p:cNvSpPr/>
            <p:nvPr/>
          </p:nvSpPr>
          <p:spPr>
            <a:xfrm>
              <a:off x="6093360" y="481320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11" name="Google Shape;682;p25"/>
            <p:cNvSpPr/>
            <p:nvPr/>
          </p:nvSpPr>
          <p:spPr>
            <a:xfrm>
              <a:off x="5977080" y="481320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12" name="Google Shape;683;p25"/>
            <p:cNvSpPr/>
            <p:nvPr/>
          </p:nvSpPr>
          <p:spPr>
            <a:xfrm>
              <a:off x="5859720" y="481320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13" name="Google Shape;684;p25"/>
            <p:cNvSpPr/>
            <p:nvPr/>
          </p:nvSpPr>
          <p:spPr>
            <a:xfrm>
              <a:off x="5743440" y="481320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14" name="Google Shape;685;p25"/>
            <p:cNvSpPr/>
            <p:nvPr/>
          </p:nvSpPr>
          <p:spPr>
            <a:xfrm>
              <a:off x="5626080" y="481320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15" name="Google Shape;686;p25"/>
            <p:cNvSpPr/>
            <p:nvPr/>
          </p:nvSpPr>
          <p:spPr>
            <a:xfrm>
              <a:off x="5509800" y="481320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16" name="Google Shape;687;p25"/>
            <p:cNvSpPr/>
            <p:nvPr/>
          </p:nvSpPr>
          <p:spPr>
            <a:xfrm>
              <a:off x="5392440" y="481320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17" name="Google Shape;688;p25"/>
            <p:cNvSpPr/>
            <p:nvPr/>
          </p:nvSpPr>
          <p:spPr>
            <a:xfrm>
              <a:off x="5275440" y="481320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18" name="Google Shape;689;p25"/>
            <p:cNvSpPr/>
            <p:nvPr/>
          </p:nvSpPr>
          <p:spPr>
            <a:xfrm>
              <a:off x="5159160" y="481320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19" name="Google Shape;690;p25"/>
            <p:cNvSpPr/>
            <p:nvPr/>
          </p:nvSpPr>
          <p:spPr>
            <a:xfrm>
              <a:off x="5041080" y="481320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20" name="Google Shape;691;p25"/>
            <p:cNvSpPr/>
            <p:nvPr/>
          </p:nvSpPr>
          <p:spPr>
            <a:xfrm>
              <a:off x="4925520" y="481320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21" name="Google Shape;692;p25"/>
            <p:cNvSpPr/>
            <p:nvPr/>
          </p:nvSpPr>
          <p:spPr>
            <a:xfrm>
              <a:off x="4806360" y="481320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22" name="Google Shape;693;p25"/>
            <p:cNvSpPr/>
            <p:nvPr/>
          </p:nvSpPr>
          <p:spPr>
            <a:xfrm>
              <a:off x="4691880" y="4813200"/>
              <a:ext cx="121680" cy="32976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</p:grpSp>
      <p:grpSp>
        <p:nvGrpSpPr>
          <p:cNvPr id="223" name="Google Shape;694;p25"/>
          <p:cNvGrpSpPr/>
          <p:nvPr/>
        </p:nvGrpSpPr>
        <p:grpSpPr>
          <a:xfrm>
            <a:off x="720000" y="376560"/>
            <a:ext cx="2923560" cy="163080"/>
            <a:chOff x="720000" y="376560"/>
            <a:chExt cx="2923560" cy="163080"/>
          </a:xfrm>
        </p:grpSpPr>
        <p:cxnSp>
          <p:nvCxnSpPr>
            <p:cNvPr id="224" name="Google Shape;695;p25"/>
            <p:cNvCxnSpPr/>
            <p:nvPr/>
          </p:nvCxnSpPr>
          <p:spPr>
            <a:xfrm>
              <a:off x="720000" y="456480"/>
              <a:ext cx="2526840" cy="360"/>
            </a:xfrm>
            <a:prstGeom prst="straightConnector1">
              <a:avLst/>
            </a:prstGeom>
            <a:ln w="19050">
              <a:solidFill>
                <a:srgbClr val="f1f1f1"/>
              </a:solidFill>
              <a:round/>
            </a:ln>
          </p:spPr>
        </p:cxnSp>
        <p:sp>
          <p:nvSpPr>
            <p:cNvPr id="225" name="Google Shape;696;p25"/>
            <p:cNvSpPr/>
            <p:nvPr/>
          </p:nvSpPr>
          <p:spPr>
            <a:xfrm>
              <a:off x="3480480" y="376560"/>
              <a:ext cx="163080" cy="163080"/>
            </a:xfrm>
            <a:prstGeom prst="rect">
              <a:avLst/>
            </a:prstGeom>
            <a:noFill/>
            <a:ln w="19050">
              <a:solidFill>
                <a:srgbClr val="f1f1f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81720" bIns="817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</p:grpSp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1225080" y="1302480"/>
            <a:ext cx="2545560" cy="12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6;p1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8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720000" y="687240"/>
            <a:ext cx="3370320" cy="23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6700" spc="-1" strike="noStrike">
                <a:solidFill>
                  <a:schemeClr val="lt2"/>
                </a:solidFill>
                <a:latin typeface="Raleway ExtraBold"/>
                <a:ea typeface="Raleway ExtraBold"/>
              </a:rPr>
              <a:t>DARK</a:t>
            </a:r>
            <a:r>
              <a:rPr b="0" lang="en" sz="5000" spc="-1" strike="noStrike">
                <a:solidFill>
                  <a:schemeClr val="dk1"/>
                </a:solidFill>
                <a:latin typeface="Raleway ExtraBold"/>
                <a:ea typeface="Raleway ExtraBold"/>
              </a:rPr>
              <a:t> </a:t>
            </a:r>
            <a:br>
              <a:rPr sz="5000"/>
            </a:br>
            <a:r>
              <a:rPr b="0" lang="en" sz="5000" spc="-1" strike="noStrike">
                <a:solidFill>
                  <a:schemeClr val="dk1"/>
                </a:solidFill>
                <a:latin typeface="Raleway ExtraBold"/>
                <a:ea typeface="Raleway ExtraBold"/>
              </a:rPr>
              <a:t>WEB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 type="subTitle"/>
          </p:nvPr>
        </p:nvSpPr>
        <p:spPr>
          <a:xfrm>
            <a:off x="720000" y="3502440"/>
            <a:ext cx="2357640" cy="72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600" spc="-1" strike="noStrike">
                <a:solidFill>
                  <a:schemeClr val="dk2"/>
                </a:solidFill>
                <a:latin typeface="Sarabun"/>
                <a:ea typeface="Sarabun"/>
              </a:rPr>
              <a:t>Presented by Heritina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31" name="Google Shape;747;p31" descr=""/>
          <p:cNvPicPr/>
          <p:nvPr/>
        </p:nvPicPr>
        <p:blipFill>
          <a:blip r:embed="rId1"/>
          <a:srcRect l="19787" t="0" r="19787" b="0"/>
          <a:stretch/>
        </p:blipFill>
        <p:spPr>
          <a:xfrm>
            <a:off x="4572000" y="788760"/>
            <a:ext cx="4160160" cy="3554280"/>
          </a:xfrm>
          <a:prstGeom prst="rect">
            <a:avLst/>
          </a:prstGeom>
          <a:ln w="0">
            <a:noFill/>
          </a:ln>
        </p:spPr>
      </p:pic>
      <p:pic>
        <p:nvPicPr>
          <p:cNvPr id="232" name="Google Shape;748;p31" descr=""/>
          <p:cNvPicPr/>
          <p:nvPr/>
        </p:nvPicPr>
        <p:blipFill>
          <a:blip r:embed="rId2"/>
          <a:stretch/>
        </p:blipFill>
        <p:spPr>
          <a:xfrm>
            <a:off x="7180560" y="-120240"/>
            <a:ext cx="1712160" cy="1763640"/>
          </a:xfrm>
          <a:prstGeom prst="rect">
            <a:avLst/>
          </a:prstGeom>
          <a:ln w="0">
            <a:noFill/>
          </a:ln>
        </p:spPr>
      </p:pic>
      <p:pic>
        <p:nvPicPr>
          <p:cNvPr id="233" name="Google Shape;749;p31" descr=""/>
          <p:cNvPicPr/>
          <p:nvPr/>
        </p:nvPicPr>
        <p:blipFill>
          <a:blip r:embed="rId3"/>
          <a:stretch/>
        </p:blipFill>
        <p:spPr>
          <a:xfrm>
            <a:off x="3381120" y="2433960"/>
            <a:ext cx="1419120" cy="1920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774;p35"/>
          <p:cNvSpPr/>
          <p:nvPr/>
        </p:nvSpPr>
        <p:spPr>
          <a:xfrm>
            <a:off x="5143680" y="1599120"/>
            <a:ext cx="894600" cy="89460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235" name="Google Shape;775;p35"/>
          <p:cNvSpPr/>
          <p:nvPr/>
        </p:nvSpPr>
        <p:spPr>
          <a:xfrm>
            <a:off x="5143680" y="3381480"/>
            <a:ext cx="894600" cy="89460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236" name="Google Shape;776;p35"/>
          <p:cNvSpPr/>
          <p:nvPr/>
        </p:nvSpPr>
        <p:spPr>
          <a:xfrm>
            <a:off x="720000" y="1599120"/>
            <a:ext cx="894600" cy="89460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720000" y="1811880"/>
            <a:ext cx="894600" cy="46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000" spc="-1" strike="noStrike">
                <a:solidFill>
                  <a:schemeClr val="lt2"/>
                </a:solidFill>
                <a:latin typeface="Raleway ExtraBold"/>
                <a:ea typeface="Raleway ExtraBold"/>
              </a:rPr>
              <a:t>01.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chemeClr val="dk1"/>
                </a:solidFill>
                <a:latin typeface="Raleway ExtraBold"/>
                <a:ea typeface="Raleway ExtraBold"/>
              </a:rPr>
              <a:t>OUTLINE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subTitle"/>
          </p:nvPr>
        </p:nvSpPr>
        <p:spPr>
          <a:xfrm>
            <a:off x="1790640" y="3557520"/>
            <a:ext cx="2209320" cy="46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chemeClr val="lt2"/>
                </a:solidFill>
                <a:latin typeface="Raleway ExtraBold"/>
                <a:ea typeface="Raleway ExtraBold"/>
              </a:rPr>
              <a:t>CONTENTS AND SERVICE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PlaceHolder 4"/>
          <p:cNvSpPr>
            <a:spLocks noGrp="1"/>
          </p:cNvSpPr>
          <p:nvPr>
            <p:ph type="subTitle"/>
          </p:nvPr>
        </p:nvSpPr>
        <p:spPr>
          <a:xfrm>
            <a:off x="6214320" y="3564000"/>
            <a:ext cx="2209320" cy="46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chemeClr val="lt2"/>
                </a:solidFill>
                <a:latin typeface="Raleway ExtraBold"/>
                <a:ea typeface="Raleway ExtraBold"/>
              </a:rPr>
              <a:t>CONSEQUENCE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Google Shape;782;p35"/>
          <p:cNvSpPr/>
          <p:nvPr/>
        </p:nvSpPr>
        <p:spPr>
          <a:xfrm>
            <a:off x="720000" y="3381480"/>
            <a:ext cx="894600" cy="89460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242" name="PlaceHolder 5"/>
          <p:cNvSpPr>
            <a:spLocks noGrp="1"/>
          </p:cNvSpPr>
          <p:nvPr>
            <p:ph type="subTitle"/>
          </p:nvPr>
        </p:nvSpPr>
        <p:spPr>
          <a:xfrm>
            <a:off x="1790640" y="1781640"/>
            <a:ext cx="2209320" cy="46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2"/>
                </a:solidFill>
                <a:latin typeface="Raleway ExtraBold"/>
                <a:ea typeface="Raleway ExtraBold"/>
              </a:rPr>
              <a:t>WEB LAYERS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PlaceHolder 6"/>
          <p:cNvSpPr>
            <a:spLocks noGrp="1"/>
          </p:cNvSpPr>
          <p:nvPr>
            <p:ph type="subTitle"/>
          </p:nvPr>
        </p:nvSpPr>
        <p:spPr>
          <a:xfrm>
            <a:off x="6214320" y="1781640"/>
            <a:ext cx="2209320" cy="46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-FR" sz="2000" spc="-1" strike="noStrike">
                <a:solidFill>
                  <a:schemeClr val="lt2"/>
                </a:solidFill>
                <a:latin typeface="Raleway ExtraBold"/>
                <a:ea typeface="Raleway ExtraBold"/>
              </a:rPr>
              <a:t>FUNCTIONING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PlaceHolder 7"/>
          <p:cNvSpPr>
            <a:spLocks noGrp="1"/>
          </p:cNvSpPr>
          <p:nvPr>
            <p:ph type="title"/>
          </p:nvPr>
        </p:nvSpPr>
        <p:spPr>
          <a:xfrm>
            <a:off x="720000" y="3593880"/>
            <a:ext cx="894600" cy="46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000" spc="-1" strike="noStrike">
                <a:solidFill>
                  <a:schemeClr val="lt2"/>
                </a:solidFill>
                <a:latin typeface="Raleway ExtraBold"/>
                <a:ea typeface="Raleway ExtraBold"/>
              </a:rPr>
              <a:t>03.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PlaceHolder 8"/>
          <p:cNvSpPr>
            <a:spLocks noGrp="1"/>
          </p:cNvSpPr>
          <p:nvPr>
            <p:ph type="title"/>
          </p:nvPr>
        </p:nvSpPr>
        <p:spPr>
          <a:xfrm>
            <a:off x="5143680" y="1811880"/>
            <a:ext cx="894600" cy="46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000" spc="-1" strike="noStrike">
                <a:solidFill>
                  <a:schemeClr val="lt2"/>
                </a:solidFill>
                <a:latin typeface="Raleway ExtraBold"/>
                <a:ea typeface="Raleway ExtraBold"/>
              </a:rPr>
              <a:t>02.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PlaceHolder 9"/>
          <p:cNvSpPr>
            <a:spLocks noGrp="1"/>
          </p:cNvSpPr>
          <p:nvPr>
            <p:ph type="title"/>
          </p:nvPr>
        </p:nvSpPr>
        <p:spPr>
          <a:xfrm>
            <a:off x="5143680" y="3593880"/>
            <a:ext cx="894600" cy="46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000" spc="-1" strike="noStrike">
                <a:solidFill>
                  <a:schemeClr val="lt2"/>
                </a:solidFill>
                <a:latin typeface="Raleway ExtraBold"/>
                <a:ea typeface="Raleway ExtraBold"/>
              </a:rPr>
              <a:t>04.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720000" y="30600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600" spc="-1" strike="noStrike">
                <a:solidFill>
                  <a:schemeClr val="lt2"/>
                </a:solidFill>
                <a:latin typeface="Raleway ExtraBold"/>
                <a:ea typeface="Raleway ExtraBold"/>
              </a:rPr>
              <a:t>WEB LAYERS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 type="subTitle"/>
          </p:nvPr>
        </p:nvSpPr>
        <p:spPr>
          <a:xfrm>
            <a:off x="720000" y="2898720"/>
            <a:ext cx="2209320" cy="46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000" spc="-1" strike="noStrike">
                <a:solidFill>
                  <a:schemeClr val="lt2"/>
                </a:solidFill>
                <a:latin typeface="Raleway ExtraBold"/>
                <a:ea typeface="Raleway ExtraBold"/>
              </a:rPr>
              <a:t>WEB SURFACE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subTitle"/>
          </p:nvPr>
        </p:nvSpPr>
        <p:spPr>
          <a:xfrm>
            <a:off x="213120" y="3245040"/>
            <a:ext cx="3043800" cy="12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600" spc="-1" strike="noStrike">
                <a:solidFill>
                  <a:schemeClr val="dk2"/>
                </a:solidFill>
                <a:latin typeface="Sarabun"/>
                <a:ea typeface="Sarabun"/>
              </a:rPr>
              <a:t>Indexed Site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600" spc="-1" strike="noStrike">
                <a:solidFill>
                  <a:schemeClr val="dk2"/>
                </a:solidFill>
                <a:latin typeface="Sarabun"/>
                <a:ea typeface="Sarabun"/>
              </a:rPr>
              <a:t>Ex : Online Store,Actuality,...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600" spc="-1" strike="noStrike">
                <a:solidFill>
                  <a:schemeClr val="dk2"/>
                </a:solidFill>
                <a:latin typeface="Sarabun"/>
                <a:ea typeface="Sarabun"/>
              </a:rPr>
              <a:t>800 000 </a:t>
            </a:r>
            <a:r>
              <a:rPr b="0" lang="fr-FR" sz="1600" spc="-1" strike="noStrike">
                <a:solidFill>
                  <a:schemeClr val="dk2"/>
                </a:solidFill>
                <a:latin typeface="Sarabun"/>
                <a:ea typeface="Sarabun"/>
              </a:rPr>
              <a:t>site per day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600" spc="-1" strike="noStrike">
                <a:solidFill>
                  <a:schemeClr val="dk2"/>
                </a:solidFill>
                <a:latin typeface="Sarabun"/>
                <a:ea typeface="Sarabun"/>
              </a:rPr>
              <a:t>4%</a:t>
            </a:r>
            <a:r>
              <a:rPr b="0" lang="fr-FR" sz="1600" spc="-1" strike="noStrike">
                <a:solidFill>
                  <a:schemeClr val="dk1"/>
                </a:solidFill>
                <a:latin typeface="Sarabun"/>
                <a:ea typeface="Sarabun"/>
              </a:rPr>
              <a:t> of Global Web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PlaceHolder 4"/>
          <p:cNvSpPr>
            <a:spLocks noGrp="1"/>
          </p:cNvSpPr>
          <p:nvPr>
            <p:ph type="subTitle"/>
          </p:nvPr>
        </p:nvSpPr>
        <p:spPr>
          <a:xfrm>
            <a:off x="3467160" y="2887920"/>
            <a:ext cx="2209320" cy="46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000" spc="-1" strike="noStrike">
                <a:solidFill>
                  <a:schemeClr val="lt2"/>
                </a:solidFill>
                <a:latin typeface="Raleway ExtraBold"/>
                <a:ea typeface="Raleway ExtraBold"/>
              </a:rPr>
              <a:t>DEEP WEB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PlaceHolder 5"/>
          <p:cNvSpPr>
            <a:spLocks noGrp="1"/>
          </p:cNvSpPr>
          <p:nvPr>
            <p:ph type="subTitle"/>
          </p:nvPr>
        </p:nvSpPr>
        <p:spPr>
          <a:xfrm>
            <a:off x="3263040" y="3292200"/>
            <a:ext cx="2746800" cy="123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600" spc="-1" strike="noStrike">
                <a:solidFill>
                  <a:schemeClr val="dk2"/>
                </a:solidFill>
                <a:latin typeface="Sarabun"/>
                <a:ea typeface="Sarabun"/>
              </a:rPr>
              <a:t>Not Indexed Site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600" spc="-1" strike="noStrike">
                <a:solidFill>
                  <a:schemeClr val="dk2"/>
                </a:solidFill>
                <a:latin typeface="Sarabun"/>
                <a:ea typeface="Sarabun"/>
              </a:rPr>
              <a:t>Ex : Document of the gouvernement,Mail Service,..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600" spc="-1" strike="noStrike">
                <a:solidFill>
                  <a:schemeClr val="dk2"/>
                </a:solidFill>
                <a:latin typeface="Sarabun"/>
                <a:ea typeface="Sarabun"/>
              </a:rPr>
              <a:t>90%</a:t>
            </a:r>
            <a:r>
              <a:rPr b="0" lang="fr-FR" sz="1600" spc="-1" strike="noStrike">
                <a:solidFill>
                  <a:schemeClr val="dk1"/>
                </a:solidFill>
                <a:latin typeface="Sarabun"/>
                <a:ea typeface="Sarabun"/>
              </a:rPr>
              <a:t> of Global Web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PlaceHolder 6"/>
          <p:cNvSpPr>
            <a:spLocks noGrp="1"/>
          </p:cNvSpPr>
          <p:nvPr>
            <p:ph type="subTitle"/>
          </p:nvPr>
        </p:nvSpPr>
        <p:spPr>
          <a:xfrm>
            <a:off x="6451920" y="2898720"/>
            <a:ext cx="2209320" cy="46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000" spc="-1" strike="noStrike">
                <a:solidFill>
                  <a:schemeClr val="lt2"/>
                </a:solidFill>
                <a:latin typeface="Raleway ExtraBold"/>
                <a:ea typeface="Raleway ExtraBold"/>
              </a:rPr>
              <a:t>DARK WEB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PlaceHolder 7"/>
          <p:cNvSpPr>
            <a:spLocks noGrp="1"/>
          </p:cNvSpPr>
          <p:nvPr>
            <p:ph type="subTitle"/>
          </p:nvPr>
        </p:nvSpPr>
        <p:spPr>
          <a:xfrm>
            <a:off x="6114960" y="3292200"/>
            <a:ext cx="2925720" cy="123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600" spc="-1" strike="noStrike">
                <a:solidFill>
                  <a:schemeClr val="dk2"/>
                </a:solidFill>
                <a:latin typeface="Sarabun"/>
                <a:ea typeface="Sarabun"/>
              </a:rPr>
              <a:t>Not Indexed Site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600" spc="-1" strike="noStrike">
                <a:solidFill>
                  <a:schemeClr val="dk2"/>
                </a:solidFill>
                <a:latin typeface="Sarabun"/>
                <a:ea typeface="Sarabun"/>
              </a:rPr>
              <a:t>Ex : Reddit-Like Forums,Leak Sited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600" spc="-1" strike="noStrike">
                <a:solidFill>
                  <a:schemeClr val="dk2"/>
                </a:solidFill>
                <a:latin typeface="Sarabun"/>
                <a:ea typeface="Sarabun"/>
              </a:rPr>
              <a:t>6% </a:t>
            </a:r>
            <a:r>
              <a:rPr b="0" lang="fr-FR" sz="1600" spc="-1" strike="noStrike">
                <a:solidFill>
                  <a:schemeClr val="dk1"/>
                </a:solidFill>
                <a:latin typeface="Sarabun"/>
                <a:ea typeface="Sarabun"/>
              </a:rPr>
              <a:t>of Global Web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54" name="Google Shape;8853;p71"/>
          <p:cNvGrpSpPr/>
          <p:nvPr/>
        </p:nvGrpSpPr>
        <p:grpSpPr>
          <a:xfrm>
            <a:off x="3653640" y="1078200"/>
            <a:ext cx="1821960" cy="1672920"/>
            <a:chOff x="3653640" y="1078200"/>
            <a:chExt cx="1821960" cy="1672920"/>
          </a:xfrm>
        </p:grpSpPr>
        <p:grpSp>
          <p:nvGrpSpPr>
            <p:cNvPr id="255" name="Google Shape;8854;p71"/>
            <p:cNvGrpSpPr/>
            <p:nvPr/>
          </p:nvGrpSpPr>
          <p:grpSpPr>
            <a:xfrm>
              <a:off x="4225680" y="1078200"/>
              <a:ext cx="714240" cy="686880"/>
              <a:chOff x="4225680" y="1078200"/>
              <a:chExt cx="714240" cy="686880"/>
            </a:xfrm>
          </p:grpSpPr>
          <p:sp>
            <p:nvSpPr>
              <p:cNvPr id="256" name="Google Shape;8855;p71"/>
              <p:cNvSpPr/>
              <p:nvPr/>
            </p:nvSpPr>
            <p:spPr>
              <a:xfrm>
                <a:off x="4225680" y="1078200"/>
                <a:ext cx="714240" cy="686880"/>
              </a:xfrm>
              <a:custGeom>
                <a:avLst/>
                <a:gdLst>
                  <a:gd name="textAreaLeft" fmla="*/ 0 w 714240"/>
                  <a:gd name="textAreaRight" fmla="*/ 714600 w 714240"/>
                  <a:gd name="textAreaTop" fmla="*/ 0 h 686880"/>
                  <a:gd name="textAreaBottom" fmla="*/ 687240 h 686880"/>
                </a:gdLst>
                <a:ahLst/>
                <a:rect l="textAreaLeft" t="textAreaTop" r="textAreaRight" b="textAreaBottom"/>
                <a:pathLst>
                  <a:path w="5983" h="5821">
                    <a:moveTo>
                      <a:pt x="2652" y="1"/>
                    </a:moveTo>
                    <a:cubicBezTo>
                      <a:pt x="1473" y="1"/>
                      <a:pt x="333" y="843"/>
                      <a:pt x="176" y="2200"/>
                    </a:cubicBezTo>
                    <a:cubicBezTo>
                      <a:pt x="1" y="3763"/>
                      <a:pt x="1259" y="4955"/>
                      <a:pt x="2643" y="4955"/>
                    </a:cubicBezTo>
                    <a:cubicBezTo>
                      <a:pt x="3079" y="4955"/>
                      <a:pt x="3528" y="4836"/>
                      <a:pt x="3948" y="4573"/>
                    </a:cubicBezTo>
                    <a:lnTo>
                      <a:pt x="5203" y="5821"/>
                    </a:lnTo>
                    <a:lnTo>
                      <a:pt x="5982" y="5035"/>
                    </a:lnTo>
                    <a:lnTo>
                      <a:pt x="4735" y="3787"/>
                    </a:lnTo>
                    <a:cubicBezTo>
                      <a:pt x="5340" y="2813"/>
                      <a:pt x="5196" y="1544"/>
                      <a:pt x="4388" y="729"/>
                    </a:cubicBezTo>
                    <a:cubicBezTo>
                      <a:pt x="3888" y="228"/>
                      <a:pt x="3265" y="1"/>
                      <a:pt x="2652" y="1"/>
                    </a:cubicBezTo>
                    <a:close/>
                  </a:path>
                </a:pathLst>
              </a:custGeom>
              <a:noFill/>
              <a:ln w="9525">
                <a:solidFill>
                  <a:srgbClr val="f1f1f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257" name="Google Shape;8856;p71"/>
              <p:cNvSpPr/>
              <p:nvPr/>
            </p:nvSpPr>
            <p:spPr>
              <a:xfrm>
                <a:off x="4349160" y="1177200"/>
                <a:ext cx="394200" cy="371880"/>
              </a:xfrm>
              <a:custGeom>
                <a:avLst/>
                <a:gdLst>
                  <a:gd name="textAreaLeft" fmla="*/ 0 w 394200"/>
                  <a:gd name="textAreaRight" fmla="*/ 394560 w 394200"/>
                  <a:gd name="textAreaTop" fmla="*/ 0 h 371880"/>
                  <a:gd name="textAreaBottom" fmla="*/ 372240 h 371880"/>
                </a:gdLst>
                <a:ahLst/>
                <a:rect l="textAreaLeft" t="textAreaTop" r="textAreaRight" b="textAreaBottom"/>
                <a:pathLst>
                  <a:path w="3304" h="3152">
                    <a:moveTo>
                      <a:pt x="1658" y="1"/>
                    </a:moveTo>
                    <a:cubicBezTo>
                      <a:pt x="853" y="1"/>
                      <a:pt x="162" y="612"/>
                      <a:pt x="87" y="1428"/>
                    </a:cubicBezTo>
                    <a:cubicBezTo>
                      <a:pt x="1" y="2294"/>
                      <a:pt x="635" y="3058"/>
                      <a:pt x="1501" y="3145"/>
                    </a:cubicBezTo>
                    <a:cubicBezTo>
                      <a:pt x="1550" y="3149"/>
                      <a:pt x="1598" y="3151"/>
                      <a:pt x="1647" y="3151"/>
                    </a:cubicBezTo>
                    <a:cubicBezTo>
                      <a:pt x="2451" y="3151"/>
                      <a:pt x="3142" y="2540"/>
                      <a:pt x="3217" y="1724"/>
                    </a:cubicBezTo>
                    <a:cubicBezTo>
                      <a:pt x="3304" y="858"/>
                      <a:pt x="2669" y="94"/>
                      <a:pt x="1804" y="7"/>
                    </a:cubicBezTo>
                    <a:cubicBezTo>
                      <a:pt x="1755" y="3"/>
                      <a:pt x="1706" y="1"/>
                      <a:pt x="1658" y="1"/>
                    </a:cubicBezTo>
                    <a:close/>
                  </a:path>
                </a:pathLst>
              </a:custGeom>
              <a:noFill/>
              <a:ln w="9525">
                <a:solidFill>
                  <a:srgbClr val="f1f1f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endParaRPr>
              </a:p>
            </p:txBody>
          </p:sp>
        </p:grpSp>
        <p:grpSp>
          <p:nvGrpSpPr>
            <p:cNvPr id="258" name="Google Shape;8857;p71"/>
            <p:cNvGrpSpPr/>
            <p:nvPr/>
          </p:nvGrpSpPr>
          <p:grpSpPr>
            <a:xfrm>
              <a:off x="4691880" y="1622160"/>
              <a:ext cx="783720" cy="687240"/>
              <a:chOff x="4691880" y="1622160"/>
              <a:chExt cx="783720" cy="687240"/>
            </a:xfrm>
          </p:grpSpPr>
          <p:sp>
            <p:nvSpPr>
              <p:cNvPr id="259" name="Google Shape;8858;p71"/>
              <p:cNvSpPr/>
              <p:nvPr/>
            </p:nvSpPr>
            <p:spPr>
              <a:xfrm>
                <a:off x="4691880" y="1622160"/>
                <a:ext cx="783720" cy="687240"/>
              </a:xfrm>
              <a:custGeom>
                <a:avLst/>
                <a:gdLst>
                  <a:gd name="textAreaLeft" fmla="*/ 0 w 783720"/>
                  <a:gd name="textAreaRight" fmla="*/ 784080 w 783720"/>
                  <a:gd name="textAreaTop" fmla="*/ 0 h 687240"/>
                  <a:gd name="textAreaBottom" fmla="*/ 687600 h 687240"/>
                </a:gdLst>
                <a:ahLst/>
                <a:rect l="textAreaLeft" t="textAreaTop" r="textAreaRight" b="textAreaBottom"/>
                <a:pathLst>
                  <a:path w="6564" h="5824">
                    <a:moveTo>
                      <a:pt x="3329" y="0"/>
                    </a:moveTo>
                    <a:cubicBezTo>
                      <a:pt x="1439" y="0"/>
                      <a:pt x="206" y="2117"/>
                      <a:pt x="1255" y="3790"/>
                    </a:cubicBezTo>
                    <a:lnTo>
                      <a:pt x="0" y="5038"/>
                    </a:lnTo>
                    <a:lnTo>
                      <a:pt x="786" y="5824"/>
                    </a:lnTo>
                    <a:lnTo>
                      <a:pt x="2034" y="4569"/>
                    </a:lnTo>
                    <a:cubicBezTo>
                      <a:pt x="2441" y="4823"/>
                      <a:pt x="2897" y="4947"/>
                      <a:pt x="3350" y="4947"/>
                    </a:cubicBezTo>
                    <a:cubicBezTo>
                      <a:pt x="3989" y="4947"/>
                      <a:pt x="4622" y="4700"/>
                      <a:pt x="5099" y="4223"/>
                    </a:cubicBezTo>
                    <a:cubicBezTo>
                      <a:pt x="6563" y="2758"/>
                      <a:pt x="5683" y="248"/>
                      <a:pt x="3628" y="18"/>
                    </a:cubicBezTo>
                    <a:cubicBezTo>
                      <a:pt x="3527" y="6"/>
                      <a:pt x="3427" y="0"/>
                      <a:pt x="3329" y="0"/>
                    </a:cubicBezTo>
                    <a:close/>
                  </a:path>
                </a:pathLst>
              </a:custGeom>
              <a:noFill/>
              <a:ln w="9525">
                <a:solidFill>
                  <a:srgbClr val="f1f1f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260" name="Google Shape;8859;p71"/>
              <p:cNvSpPr/>
              <p:nvPr/>
            </p:nvSpPr>
            <p:spPr>
              <a:xfrm>
                <a:off x="4883040" y="1731960"/>
                <a:ext cx="426960" cy="371160"/>
              </a:xfrm>
              <a:custGeom>
                <a:avLst/>
                <a:gdLst>
                  <a:gd name="textAreaLeft" fmla="*/ 0 w 426960"/>
                  <a:gd name="textAreaRight" fmla="*/ 427320 w 426960"/>
                  <a:gd name="textAreaTop" fmla="*/ 0 h 371160"/>
                  <a:gd name="textAreaBottom" fmla="*/ 371520 h 371160"/>
                </a:gdLst>
                <a:ahLst/>
                <a:rect l="textAreaLeft" t="textAreaTop" r="textAreaRight" b="textAreaBottom"/>
                <a:pathLst>
                  <a:path w="3578" h="3148">
                    <a:moveTo>
                      <a:pt x="1788" y="0"/>
                    </a:moveTo>
                    <a:cubicBezTo>
                      <a:pt x="1172" y="0"/>
                      <a:pt x="587" y="366"/>
                      <a:pt x="332" y="968"/>
                    </a:cubicBezTo>
                    <a:cubicBezTo>
                      <a:pt x="0" y="1769"/>
                      <a:pt x="383" y="2692"/>
                      <a:pt x="1183" y="3024"/>
                    </a:cubicBezTo>
                    <a:cubicBezTo>
                      <a:pt x="1382" y="3108"/>
                      <a:pt x="1588" y="3147"/>
                      <a:pt x="1790" y="3147"/>
                    </a:cubicBezTo>
                    <a:cubicBezTo>
                      <a:pt x="2405" y="3147"/>
                      <a:pt x="2989" y="2782"/>
                      <a:pt x="3239" y="2180"/>
                    </a:cubicBezTo>
                    <a:cubicBezTo>
                      <a:pt x="3578" y="1379"/>
                      <a:pt x="3195" y="456"/>
                      <a:pt x="2395" y="124"/>
                    </a:cubicBezTo>
                    <a:cubicBezTo>
                      <a:pt x="2196" y="40"/>
                      <a:pt x="1990" y="0"/>
                      <a:pt x="1788" y="0"/>
                    </a:cubicBezTo>
                    <a:close/>
                  </a:path>
                </a:pathLst>
              </a:custGeom>
              <a:noFill/>
              <a:ln w="9525">
                <a:solidFill>
                  <a:srgbClr val="f1f1f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endParaRPr>
              </a:p>
            </p:txBody>
          </p:sp>
        </p:grpSp>
        <p:grpSp>
          <p:nvGrpSpPr>
            <p:cNvPr id="261" name="Google Shape;8860;p71"/>
            <p:cNvGrpSpPr/>
            <p:nvPr/>
          </p:nvGrpSpPr>
          <p:grpSpPr>
            <a:xfrm>
              <a:off x="4132080" y="2064240"/>
              <a:ext cx="714240" cy="686880"/>
              <a:chOff x="4132080" y="2064240"/>
              <a:chExt cx="714240" cy="686880"/>
            </a:xfrm>
          </p:grpSpPr>
          <p:sp>
            <p:nvSpPr>
              <p:cNvPr id="262" name="Google Shape;8861;p71"/>
              <p:cNvSpPr/>
              <p:nvPr/>
            </p:nvSpPr>
            <p:spPr>
              <a:xfrm>
                <a:off x="4132080" y="2064240"/>
                <a:ext cx="714240" cy="686880"/>
              </a:xfrm>
              <a:custGeom>
                <a:avLst/>
                <a:gdLst>
                  <a:gd name="textAreaLeft" fmla="*/ 0 w 714240"/>
                  <a:gd name="textAreaRight" fmla="*/ 714600 w 714240"/>
                  <a:gd name="textAreaTop" fmla="*/ 0 h 686880"/>
                  <a:gd name="textAreaBottom" fmla="*/ 687240 h 686880"/>
                </a:gdLst>
                <a:ahLst/>
                <a:rect l="textAreaLeft" t="textAreaTop" r="textAreaRight" b="textAreaBottom"/>
                <a:pathLst>
                  <a:path w="5982" h="5821">
                    <a:moveTo>
                      <a:pt x="786" y="0"/>
                    </a:moveTo>
                    <a:lnTo>
                      <a:pt x="0" y="787"/>
                    </a:lnTo>
                    <a:lnTo>
                      <a:pt x="1255" y="2034"/>
                    </a:lnTo>
                    <a:cubicBezTo>
                      <a:pt x="642" y="3008"/>
                      <a:pt x="786" y="4277"/>
                      <a:pt x="1601" y="5092"/>
                    </a:cubicBezTo>
                    <a:cubicBezTo>
                      <a:pt x="2102" y="5593"/>
                      <a:pt x="2724" y="5821"/>
                      <a:pt x="3335" y="5821"/>
                    </a:cubicBezTo>
                    <a:cubicBezTo>
                      <a:pt x="4512" y="5821"/>
                      <a:pt x="5649" y="4979"/>
                      <a:pt x="5806" y="3621"/>
                    </a:cubicBezTo>
                    <a:cubicBezTo>
                      <a:pt x="5981" y="2058"/>
                      <a:pt x="4723" y="867"/>
                      <a:pt x="3339" y="867"/>
                    </a:cubicBezTo>
                    <a:cubicBezTo>
                      <a:pt x="2903" y="867"/>
                      <a:pt x="2454" y="985"/>
                      <a:pt x="2034" y="1248"/>
                    </a:cubicBezTo>
                    <a:lnTo>
                      <a:pt x="786" y="0"/>
                    </a:lnTo>
                    <a:close/>
                  </a:path>
                </a:pathLst>
              </a:custGeom>
              <a:noFill/>
              <a:ln w="9525">
                <a:solidFill>
                  <a:srgbClr val="f1f1f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263" name="Google Shape;8862;p71"/>
              <p:cNvSpPr/>
              <p:nvPr/>
            </p:nvSpPr>
            <p:spPr>
              <a:xfrm>
                <a:off x="4329360" y="2274120"/>
                <a:ext cx="413280" cy="371520"/>
              </a:xfrm>
              <a:custGeom>
                <a:avLst/>
                <a:gdLst>
                  <a:gd name="textAreaLeft" fmla="*/ 0 w 413280"/>
                  <a:gd name="textAreaRight" fmla="*/ 413640 w 413280"/>
                  <a:gd name="textAreaTop" fmla="*/ 0 h 371520"/>
                  <a:gd name="textAreaBottom" fmla="*/ 371880 h 371520"/>
                </a:gdLst>
                <a:ahLst/>
                <a:rect l="textAreaLeft" t="textAreaTop" r="textAreaRight" b="textAreaBottom"/>
                <a:pathLst>
                  <a:path w="3463" h="3150">
                    <a:moveTo>
                      <a:pt x="1740" y="0"/>
                    </a:moveTo>
                    <a:cubicBezTo>
                      <a:pt x="1022" y="0"/>
                      <a:pt x="376" y="485"/>
                      <a:pt x="203" y="1209"/>
                    </a:cubicBezTo>
                    <a:cubicBezTo>
                      <a:pt x="1" y="2060"/>
                      <a:pt x="527" y="2904"/>
                      <a:pt x="1371" y="3106"/>
                    </a:cubicBezTo>
                    <a:cubicBezTo>
                      <a:pt x="1493" y="3135"/>
                      <a:pt x="1615" y="3149"/>
                      <a:pt x="1735" y="3149"/>
                    </a:cubicBezTo>
                    <a:cubicBezTo>
                      <a:pt x="2447" y="3149"/>
                      <a:pt x="3095" y="2660"/>
                      <a:pt x="3268" y="1938"/>
                    </a:cubicBezTo>
                    <a:cubicBezTo>
                      <a:pt x="3463" y="1094"/>
                      <a:pt x="2943" y="243"/>
                      <a:pt x="2099" y="41"/>
                    </a:cubicBezTo>
                    <a:cubicBezTo>
                      <a:pt x="1979" y="13"/>
                      <a:pt x="1858" y="0"/>
                      <a:pt x="1740" y="0"/>
                    </a:cubicBezTo>
                    <a:close/>
                  </a:path>
                </a:pathLst>
              </a:custGeom>
              <a:noFill/>
              <a:ln w="9525">
                <a:solidFill>
                  <a:srgbClr val="f1f1f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endParaRPr>
              </a:p>
            </p:txBody>
          </p:sp>
        </p:grpSp>
        <p:grpSp>
          <p:nvGrpSpPr>
            <p:cNvPr id="264" name="Google Shape;8863;p71"/>
            <p:cNvGrpSpPr/>
            <p:nvPr/>
          </p:nvGrpSpPr>
          <p:grpSpPr>
            <a:xfrm>
              <a:off x="3653640" y="1507680"/>
              <a:ext cx="715680" cy="683640"/>
              <a:chOff x="3653640" y="1507680"/>
              <a:chExt cx="715680" cy="683640"/>
            </a:xfrm>
          </p:grpSpPr>
          <p:sp>
            <p:nvSpPr>
              <p:cNvPr id="265" name="Google Shape;8864;p71"/>
              <p:cNvSpPr/>
              <p:nvPr/>
            </p:nvSpPr>
            <p:spPr>
              <a:xfrm>
                <a:off x="3653640" y="1507680"/>
                <a:ext cx="715680" cy="683640"/>
              </a:xfrm>
              <a:custGeom>
                <a:avLst/>
                <a:gdLst>
                  <a:gd name="textAreaLeft" fmla="*/ 0 w 715680"/>
                  <a:gd name="textAreaRight" fmla="*/ 716040 w 715680"/>
                  <a:gd name="textAreaTop" fmla="*/ 0 h 683640"/>
                  <a:gd name="textAreaBottom" fmla="*/ 684000 h 683640"/>
                </a:gdLst>
                <a:ahLst/>
                <a:rect l="textAreaLeft" t="textAreaTop" r="textAreaRight" b="textAreaBottom"/>
                <a:pathLst>
                  <a:path w="5995" h="5792">
                    <a:moveTo>
                      <a:pt x="5251" y="0"/>
                    </a:moveTo>
                    <a:lnTo>
                      <a:pt x="4025" y="1226"/>
                    </a:lnTo>
                    <a:cubicBezTo>
                      <a:pt x="3619" y="974"/>
                      <a:pt x="3165" y="852"/>
                      <a:pt x="2716" y="852"/>
                    </a:cubicBezTo>
                    <a:cubicBezTo>
                      <a:pt x="1986" y="852"/>
                      <a:pt x="1267" y="1174"/>
                      <a:pt x="780" y="1782"/>
                    </a:cubicBezTo>
                    <a:cubicBezTo>
                      <a:pt x="1" y="2770"/>
                      <a:pt x="80" y="4183"/>
                      <a:pt x="967" y="5070"/>
                    </a:cubicBezTo>
                    <a:cubicBezTo>
                      <a:pt x="1449" y="5548"/>
                      <a:pt x="2082" y="5792"/>
                      <a:pt x="2716" y="5792"/>
                    </a:cubicBezTo>
                    <a:cubicBezTo>
                      <a:pt x="3259" y="5792"/>
                      <a:pt x="3804" y="5613"/>
                      <a:pt x="4256" y="5251"/>
                    </a:cubicBezTo>
                    <a:cubicBezTo>
                      <a:pt x="5237" y="4472"/>
                      <a:pt x="5475" y="3073"/>
                      <a:pt x="4811" y="2012"/>
                    </a:cubicBezTo>
                    <a:lnTo>
                      <a:pt x="5994" y="822"/>
                    </a:lnTo>
                    <a:cubicBezTo>
                      <a:pt x="5872" y="736"/>
                      <a:pt x="5756" y="642"/>
                      <a:pt x="5655" y="541"/>
                    </a:cubicBezTo>
                    <a:cubicBezTo>
                      <a:pt x="5497" y="382"/>
                      <a:pt x="5360" y="202"/>
                      <a:pt x="5251" y="0"/>
                    </a:cubicBezTo>
                    <a:close/>
                  </a:path>
                </a:pathLst>
              </a:custGeom>
              <a:noFill/>
              <a:ln w="9525">
                <a:solidFill>
                  <a:srgbClr val="f1f1f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266" name="Google Shape;8865;p71"/>
              <p:cNvSpPr/>
              <p:nvPr/>
            </p:nvSpPr>
            <p:spPr>
              <a:xfrm>
                <a:off x="3766320" y="1704600"/>
                <a:ext cx="413280" cy="371880"/>
              </a:xfrm>
              <a:custGeom>
                <a:avLst/>
                <a:gdLst>
                  <a:gd name="textAreaLeft" fmla="*/ 0 w 413280"/>
                  <a:gd name="textAreaRight" fmla="*/ 413640 w 413280"/>
                  <a:gd name="textAreaTop" fmla="*/ 0 h 371880"/>
                  <a:gd name="textAreaBottom" fmla="*/ 372240 h 371880"/>
                </a:gdLst>
                <a:ahLst/>
                <a:rect l="textAreaLeft" t="textAreaTop" r="textAreaRight" b="textAreaBottom"/>
                <a:pathLst>
                  <a:path w="3463" h="3152">
                    <a:moveTo>
                      <a:pt x="1733" y="0"/>
                    </a:moveTo>
                    <a:cubicBezTo>
                      <a:pt x="1018" y="0"/>
                      <a:pt x="375" y="490"/>
                      <a:pt x="203" y="1212"/>
                    </a:cubicBezTo>
                    <a:cubicBezTo>
                      <a:pt x="1" y="2056"/>
                      <a:pt x="520" y="2907"/>
                      <a:pt x="1371" y="3109"/>
                    </a:cubicBezTo>
                    <a:cubicBezTo>
                      <a:pt x="1493" y="3138"/>
                      <a:pt x="1615" y="3152"/>
                      <a:pt x="1735" y="3152"/>
                    </a:cubicBezTo>
                    <a:cubicBezTo>
                      <a:pt x="2447" y="3152"/>
                      <a:pt x="3094" y="2662"/>
                      <a:pt x="3261" y="1940"/>
                    </a:cubicBezTo>
                    <a:cubicBezTo>
                      <a:pt x="3463" y="1096"/>
                      <a:pt x="2943" y="245"/>
                      <a:pt x="2099" y="43"/>
                    </a:cubicBezTo>
                    <a:cubicBezTo>
                      <a:pt x="1976" y="14"/>
                      <a:pt x="1854" y="0"/>
                      <a:pt x="1733" y="0"/>
                    </a:cubicBezTo>
                    <a:close/>
                  </a:path>
                </a:pathLst>
              </a:custGeom>
              <a:noFill/>
              <a:ln w="9525">
                <a:solidFill>
                  <a:srgbClr val="f1f1f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267" name="Google Shape;8986;p71"/>
          <p:cNvGrpSpPr/>
          <p:nvPr/>
        </p:nvGrpSpPr>
        <p:grpSpPr>
          <a:xfrm>
            <a:off x="6464160" y="1078200"/>
            <a:ext cx="1709640" cy="1809720"/>
            <a:chOff x="6464160" y="1078200"/>
            <a:chExt cx="1709640" cy="1809720"/>
          </a:xfrm>
        </p:grpSpPr>
        <p:grpSp>
          <p:nvGrpSpPr>
            <p:cNvPr id="268" name="Google Shape;8987;p71"/>
            <p:cNvGrpSpPr/>
            <p:nvPr/>
          </p:nvGrpSpPr>
          <p:grpSpPr>
            <a:xfrm>
              <a:off x="6464160" y="1078200"/>
              <a:ext cx="1709640" cy="1614960"/>
              <a:chOff x="6464160" y="1078200"/>
              <a:chExt cx="1709640" cy="1614960"/>
            </a:xfrm>
          </p:grpSpPr>
          <p:sp>
            <p:nvSpPr>
              <p:cNvPr id="269" name="Google Shape;8988;p71"/>
              <p:cNvSpPr/>
              <p:nvPr/>
            </p:nvSpPr>
            <p:spPr>
              <a:xfrm>
                <a:off x="6982920" y="1078200"/>
                <a:ext cx="673920" cy="463680"/>
              </a:xfrm>
              <a:custGeom>
                <a:avLst/>
                <a:gdLst>
                  <a:gd name="textAreaLeft" fmla="*/ 0 w 673920"/>
                  <a:gd name="textAreaRight" fmla="*/ 674280 w 673920"/>
                  <a:gd name="textAreaTop" fmla="*/ 0 h 463680"/>
                  <a:gd name="textAreaBottom" fmla="*/ 464040 h 463680"/>
                </a:gdLst>
                <a:ahLst/>
                <a:rect l="textAreaLeft" t="textAreaTop" r="textAreaRight" b="textAreaBottom"/>
                <a:pathLst>
                  <a:path w="81559" h="56376">
                    <a:moveTo>
                      <a:pt x="40780" y="1"/>
                    </a:moveTo>
                    <a:cubicBezTo>
                      <a:pt x="38862" y="1"/>
                      <a:pt x="36944" y="556"/>
                      <a:pt x="35329" y="1666"/>
                    </a:cubicBezTo>
                    <a:cubicBezTo>
                      <a:pt x="24427" y="9338"/>
                      <a:pt x="1211" y="28718"/>
                      <a:pt x="0" y="51329"/>
                    </a:cubicBezTo>
                    <a:lnTo>
                      <a:pt x="1211" y="51732"/>
                    </a:lnTo>
                    <a:cubicBezTo>
                      <a:pt x="4845" y="52944"/>
                      <a:pt x="8479" y="54357"/>
                      <a:pt x="12113" y="56174"/>
                    </a:cubicBezTo>
                    <a:lnTo>
                      <a:pt x="12113" y="53145"/>
                    </a:lnTo>
                    <a:cubicBezTo>
                      <a:pt x="12113" y="36591"/>
                      <a:pt x="29071" y="22662"/>
                      <a:pt x="36944" y="17009"/>
                    </a:cubicBezTo>
                    <a:cubicBezTo>
                      <a:pt x="38155" y="16202"/>
                      <a:pt x="39467" y="15798"/>
                      <a:pt x="40780" y="15798"/>
                    </a:cubicBezTo>
                    <a:cubicBezTo>
                      <a:pt x="42092" y="15798"/>
                      <a:pt x="43404" y="16202"/>
                      <a:pt x="44615" y="17009"/>
                    </a:cubicBezTo>
                    <a:cubicBezTo>
                      <a:pt x="52489" y="22662"/>
                      <a:pt x="69446" y="36591"/>
                      <a:pt x="69446" y="53145"/>
                    </a:cubicBezTo>
                    <a:lnTo>
                      <a:pt x="69446" y="56376"/>
                    </a:lnTo>
                    <a:cubicBezTo>
                      <a:pt x="72878" y="54559"/>
                      <a:pt x="76512" y="53145"/>
                      <a:pt x="80146" y="51934"/>
                    </a:cubicBezTo>
                    <a:lnTo>
                      <a:pt x="81559" y="51530"/>
                    </a:lnTo>
                    <a:cubicBezTo>
                      <a:pt x="80751" y="28920"/>
                      <a:pt x="57132" y="9540"/>
                      <a:pt x="46230" y="1666"/>
                    </a:cubicBezTo>
                    <a:cubicBezTo>
                      <a:pt x="44615" y="556"/>
                      <a:pt x="42697" y="1"/>
                      <a:pt x="40780" y="1"/>
                    </a:cubicBezTo>
                    <a:close/>
                  </a:path>
                </a:pathLst>
              </a:custGeom>
              <a:noFill/>
              <a:ln w="9525">
                <a:solidFill>
                  <a:srgbClr val="f1f1f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270" name="Google Shape;8989;p71"/>
              <p:cNvSpPr/>
              <p:nvPr/>
            </p:nvSpPr>
            <p:spPr>
              <a:xfrm>
                <a:off x="6464160" y="1490400"/>
                <a:ext cx="525240" cy="648000"/>
              </a:xfrm>
              <a:custGeom>
                <a:avLst/>
                <a:gdLst>
                  <a:gd name="textAreaLeft" fmla="*/ 0 w 525240"/>
                  <a:gd name="textAreaRight" fmla="*/ 525600 w 525240"/>
                  <a:gd name="textAreaTop" fmla="*/ 0 h 648000"/>
                  <a:gd name="textAreaBottom" fmla="*/ 648360 h 648000"/>
                </a:gdLst>
                <a:ahLst/>
                <a:rect l="textAreaLeft" t="textAreaTop" r="textAreaRight" b="textAreaBottom"/>
                <a:pathLst>
                  <a:path w="63593" h="78772">
                    <a:moveTo>
                      <a:pt x="53819" y="1"/>
                    </a:moveTo>
                    <a:cubicBezTo>
                      <a:pt x="53376" y="1"/>
                      <a:pt x="52933" y="13"/>
                      <a:pt x="52489" y="39"/>
                    </a:cubicBezTo>
                    <a:cubicBezTo>
                      <a:pt x="33311" y="39"/>
                      <a:pt x="13527" y="12758"/>
                      <a:pt x="4442" y="19420"/>
                    </a:cubicBezTo>
                    <a:cubicBezTo>
                      <a:pt x="1212" y="21842"/>
                      <a:pt x="1" y="26082"/>
                      <a:pt x="1212" y="29917"/>
                    </a:cubicBezTo>
                    <a:cubicBezTo>
                      <a:pt x="5048" y="42434"/>
                      <a:pt x="16353" y="70697"/>
                      <a:pt x="37550" y="78772"/>
                    </a:cubicBezTo>
                    <a:cubicBezTo>
                      <a:pt x="37752" y="78368"/>
                      <a:pt x="37954" y="77964"/>
                      <a:pt x="38156" y="77561"/>
                    </a:cubicBezTo>
                    <a:cubicBezTo>
                      <a:pt x="40377" y="74533"/>
                      <a:pt x="43001" y="71504"/>
                      <a:pt x="45827" y="68678"/>
                    </a:cubicBezTo>
                    <a:cubicBezTo>
                      <a:pt x="44818" y="68476"/>
                      <a:pt x="43809" y="68072"/>
                      <a:pt x="42799" y="67871"/>
                    </a:cubicBezTo>
                    <a:cubicBezTo>
                      <a:pt x="27255" y="62824"/>
                      <a:pt x="19179" y="42232"/>
                      <a:pt x="16151" y="32946"/>
                    </a:cubicBezTo>
                    <a:cubicBezTo>
                      <a:pt x="15344" y="30321"/>
                      <a:pt x="16353" y="27293"/>
                      <a:pt x="18574" y="25678"/>
                    </a:cubicBezTo>
                    <a:cubicBezTo>
                      <a:pt x="25034" y="20833"/>
                      <a:pt x="38963" y="11748"/>
                      <a:pt x="52489" y="11748"/>
                    </a:cubicBezTo>
                    <a:cubicBezTo>
                      <a:pt x="55316" y="11748"/>
                      <a:pt x="57940" y="12152"/>
                      <a:pt x="60564" y="12960"/>
                    </a:cubicBezTo>
                    <a:cubicBezTo>
                      <a:pt x="61574" y="13363"/>
                      <a:pt x="62583" y="13767"/>
                      <a:pt x="63593" y="14171"/>
                    </a:cubicBezTo>
                    <a:cubicBezTo>
                      <a:pt x="62987" y="10335"/>
                      <a:pt x="62785" y="6701"/>
                      <a:pt x="62785" y="2866"/>
                    </a:cubicBezTo>
                    <a:lnTo>
                      <a:pt x="62785" y="1452"/>
                    </a:lnTo>
                    <a:cubicBezTo>
                      <a:pt x="59796" y="573"/>
                      <a:pt x="56808" y="1"/>
                      <a:pt x="53819" y="1"/>
                    </a:cubicBezTo>
                    <a:close/>
                  </a:path>
                </a:pathLst>
              </a:custGeom>
              <a:noFill/>
              <a:ln w="9525">
                <a:solidFill>
                  <a:srgbClr val="f1f1f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271" name="Google Shape;8990;p71"/>
              <p:cNvSpPr/>
              <p:nvPr/>
            </p:nvSpPr>
            <p:spPr>
              <a:xfrm>
                <a:off x="6982920" y="1500840"/>
                <a:ext cx="124920" cy="169200"/>
              </a:xfrm>
              <a:custGeom>
                <a:avLst/>
                <a:gdLst>
                  <a:gd name="textAreaLeft" fmla="*/ 0 w 124920"/>
                  <a:gd name="textAreaRight" fmla="*/ 125280 w 124920"/>
                  <a:gd name="textAreaTop" fmla="*/ 0 h 169200"/>
                  <a:gd name="textAreaBottom" fmla="*/ 169560 h 169200"/>
                </a:gdLst>
                <a:ahLst/>
                <a:rect l="textAreaLeft" t="textAreaTop" r="textAreaRight" b="textAreaBottom"/>
                <a:pathLst>
                  <a:path w="15141" h="20593">
                    <a:moveTo>
                      <a:pt x="0" y="1"/>
                    </a:moveTo>
                    <a:lnTo>
                      <a:pt x="0" y="1414"/>
                    </a:lnTo>
                    <a:cubicBezTo>
                      <a:pt x="0" y="5249"/>
                      <a:pt x="202" y="9085"/>
                      <a:pt x="808" y="12921"/>
                    </a:cubicBezTo>
                    <a:cubicBezTo>
                      <a:pt x="5653" y="14738"/>
                      <a:pt x="9892" y="17362"/>
                      <a:pt x="13930" y="20592"/>
                    </a:cubicBezTo>
                    <a:cubicBezTo>
                      <a:pt x="14333" y="20188"/>
                      <a:pt x="14737" y="19785"/>
                      <a:pt x="15141" y="19583"/>
                    </a:cubicBezTo>
                    <a:cubicBezTo>
                      <a:pt x="13324" y="14738"/>
                      <a:pt x="12315" y="9893"/>
                      <a:pt x="12113" y="4846"/>
                    </a:cubicBezTo>
                    <a:cubicBezTo>
                      <a:pt x="8681" y="3029"/>
                      <a:pt x="5047" y="1414"/>
                      <a:pt x="1211" y="404"/>
                    </a:cubicBezTo>
                    <a:lnTo>
                      <a:pt x="0" y="1"/>
                    </a:lnTo>
                    <a:close/>
                  </a:path>
                </a:pathLst>
              </a:custGeom>
              <a:noFill/>
              <a:ln w="9525">
                <a:solidFill>
                  <a:srgbClr val="f1f1f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4600" bIns="84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272" name="Google Shape;8991;p71"/>
              <p:cNvSpPr/>
              <p:nvPr/>
            </p:nvSpPr>
            <p:spPr>
              <a:xfrm>
                <a:off x="7083000" y="1540440"/>
                <a:ext cx="109800" cy="120960"/>
              </a:xfrm>
              <a:custGeom>
                <a:avLst/>
                <a:gdLst>
                  <a:gd name="textAreaLeft" fmla="*/ 0 w 109800"/>
                  <a:gd name="textAreaRight" fmla="*/ 110160 w 109800"/>
                  <a:gd name="textAreaTop" fmla="*/ 0 h 120960"/>
                  <a:gd name="textAreaBottom" fmla="*/ 121320 h 120960"/>
                </a:gdLst>
                <a:ahLst/>
                <a:rect l="textAreaLeft" t="textAreaTop" r="textAreaRight" b="textAreaBottom"/>
                <a:pathLst>
                  <a:path w="13325" h="14738">
                    <a:moveTo>
                      <a:pt x="1" y="1"/>
                    </a:moveTo>
                    <a:cubicBezTo>
                      <a:pt x="203" y="5048"/>
                      <a:pt x="1212" y="9893"/>
                      <a:pt x="3029" y="14738"/>
                    </a:cubicBezTo>
                    <a:cubicBezTo>
                      <a:pt x="6259" y="12315"/>
                      <a:pt x="9691" y="10498"/>
                      <a:pt x="13325" y="9085"/>
                    </a:cubicBezTo>
                    <a:cubicBezTo>
                      <a:pt x="9287" y="5451"/>
                      <a:pt x="4846" y="2423"/>
                      <a:pt x="1" y="1"/>
                    </a:cubicBezTo>
                    <a:close/>
                  </a:path>
                </a:pathLst>
              </a:custGeom>
              <a:noFill/>
              <a:ln w="9525">
                <a:solidFill>
                  <a:srgbClr val="f1f1f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0480" bIns="604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273" name="Google Shape;8992;p71"/>
              <p:cNvSpPr/>
              <p:nvPr/>
            </p:nvSpPr>
            <p:spPr>
              <a:xfrm>
                <a:off x="6590880" y="1587240"/>
                <a:ext cx="438480" cy="468360"/>
              </a:xfrm>
              <a:custGeom>
                <a:avLst/>
                <a:gdLst>
                  <a:gd name="textAreaLeft" fmla="*/ 0 w 438480"/>
                  <a:gd name="textAreaRight" fmla="*/ 438840 w 438480"/>
                  <a:gd name="textAreaTop" fmla="*/ 0 h 468360"/>
                  <a:gd name="textAreaBottom" fmla="*/ 468720 h 468360"/>
                </a:gdLst>
                <a:ahLst/>
                <a:rect l="textAreaLeft" t="textAreaTop" r="textAreaRight" b="textAreaBottom"/>
                <a:pathLst>
                  <a:path w="53095" h="56931">
                    <a:moveTo>
                      <a:pt x="37146" y="0"/>
                    </a:moveTo>
                    <a:cubicBezTo>
                      <a:pt x="23620" y="0"/>
                      <a:pt x="9489" y="9085"/>
                      <a:pt x="3231" y="13930"/>
                    </a:cubicBezTo>
                    <a:cubicBezTo>
                      <a:pt x="808" y="15545"/>
                      <a:pt x="1" y="18573"/>
                      <a:pt x="808" y="21198"/>
                    </a:cubicBezTo>
                    <a:cubicBezTo>
                      <a:pt x="3634" y="30282"/>
                      <a:pt x="11710" y="51076"/>
                      <a:pt x="27456" y="56123"/>
                    </a:cubicBezTo>
                    <a:cubicBezTo>
                      <a:pt x="28466" y="56324"/>
                      <a:pt x="29273" y="56728"/>
                      <a:pt x="30282" y="56930"/>
                    </a:cubicBezTo>
                    <a:cubicBezTo>
                      <a:pt x="34926" y="52287"/>
                      <a:pt x="40174" y="48249"/>
                      <a:pt x="46029" y="45221"/>
                    </a:cubicBezTo>
                    <a:cubicBezTo>
                      <a:pt x="46029" y="44414"/>
                      <a:pt x="46029" y="43404"/>
                      <a:pt x="46029" y="42395"/>
                    </a:cubicBezTo>
                    <a:cubicBezTo>
                      <a:pt x="45827" y="34118"/>
                      <a:pt x="48452" y="25841"/>
                      <a:pt x="53095" y="18977"/>
                    </a:cubicBezTo>
                    <a:cubicBezTo>
                      <a:pt x="50672" y="13728"/>
                      <a:pt x="49057" y="8075"/>
                      <a:pt x="48250" y="2423"/>
                    </a:cubicBezTo>
                    <a:cubicBezTo>
                      <a:pt x="47240" y="2019"/>
                      <a:pt x="46231" y="1615"/>
                      <a:pt x="45221" y="1413"/>
                    </a:cubicBezTo>
                    <a:cubicBezTo>
                      <a:pt x="42597" y="404"/>
                      <a:pt x="39771" y="0"/>
                      <a:pt x="37146" y="0"/>
                    </a:cubicBezTo>
                    <a:close/>
                  </a:path>
                </a:pathLst>
              </a:custGeom>
              <a:noFill/>
              <a:ln w="9525">
                <a:solidFill>
                  <a:srgbClr val="f1f1f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274" name="Google Shape;8993;p71"/>
              <p:cNvSpPr/>
              <p:nvPr/>
            </p:nvSpPr>
            <p:spPr>
              <a:xfrm>
                <a:off x="6989400" y="1607040"/>
                <a:ext cx="108000" cy="136080"/>
              </a:xfrm>
              <a:custGeom>
                <a:avLst/>
                <a:gdLst>
                  <a:gd name="textAreaLeft" fmla="*/ 0 w 108000"/>
                  <a:gd name="textAreaRight" fmla="*/ 108360 w 108000"/>
                  <a:gd name="textAreaTop" fmla="*/ 0 h 136080"/>
                  <a:gd name="textAreaBottom" fmla="*/ 136440 h 136080"/>
                </a:gdLst>
                <a:ahLst/>
                <a:rect l="textAreaLeft" t="textAreaTop" r="textAreaRight" b="textAreaBottom"/>
                <a:pathLst>
                  <a:path w="13123" h="16555">
                    <a:moveTo>
                      <a:pt x="1" y="1"/>
                    </a:moveTo>
                    <a:lnTo>
                      <a:pt x="1" y="1"/>
                    </a:lnTo>
                    <a:cubicBezTo>
                      <a:pt x="1010" y="5653"/>
                      <a:pt x="2625" y="11306"/>
                      <a:pt x="4846" y="16555"/>
                    </a:cubicBezTo>
                    <a:cubicBezTo>
                      <a:pt x="6461" y="14334"/>
                      <a:pt x="8076" y="12315"/>
                      <a:pt x="10095" y="10297"/>
                    </a:cubicBezTo>
                    <a:cubicBezTo>
                      <a:pt x="10902" y="9489"/>
                      <a:pt x="12113" y="8480"/>
                      <a:pt x="13123" y="7672"/>
                    </a:cubicBezTo>
                    <a:cubicBezTo>
                      <a:pt x="9085" y="4442"/>
                      <a:pt x="4846" y="1818"/>
                      <a:pt x="1" y="1"/>
                    </a:cubicBezTo>
                    <a:close/>
                  </a:path>
                </a:pathLst>
              </a:custGeom>
              <a:noFill/>
              <a:ln w="9525">
                <a:solidFill>
                  <a:srgbClr val="f1f1f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8040" bIns="680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275" name="Google Shape;8994;p71"/>
              <p:cNvSpPr/>
              <p:nvPr/>
            </p:nvSpPr>
            <p:spPr>
              <a:xfrm>
                <a:off x="6669360" y="2136960"/>
                <a:ext cx="647280" cy="554760"/>
              </a:xfrm>
              <a:custGeom>
                <a:avLst/>
                <a:gdLst>
                  <a:gd name="textAreaLeft" fmla="*/ 0 w 647280"/>
                  <a:gd name="textAreaRight" fmla="*/ 647640 w 647280"/>
                  <a:gd name="textAreaTop" fmla="*/ 0 h 554760"/>
                  <a:gd name="textAreaBottom" fmla="*/ 555120 h 554760"/>
                </a:gdLst>
                <a:ahLst/>
                <a:rect l="textAreaLeft" t="textAreaTop" r="textAreaRight" b="textAreaBottom"/>
                <a:pathLst>
                  <a:path w="78330" h="67428">
                    <a:moveTo>
                      <a:pt x="12719" y="0"/>
                    </a:moveTo>
                    <a:cubicBezTo>
                      <a:pt x="1" y="18977"/>
                      <a:pt x="7672" y="48451"/>
                      <a:pt x="11912" y="61169"/>
                    </a:cubicBezTo>
                    <a:cubicBezTo>
                      <a:pt x="13123" y="64803"/>
                      <a:pt x="16555" y="67428"/>
                      <a:pt x="20593" y="67428"/>
                    </a:cubicBezTo>
                    <a:lnTo>
                      <a:pt x="22006" y="67428"/>
                    </a:lnTo>
                    <a:cubicBezTo>
                      <a:pt x="35935" y="67428"/>
                      <a:pt x="64602" y="65207"/>
                      <a:pt x="78330" y="48047"/>
                    </a:cubicBezTo>
                    <a:cubicBezTo>
                      <a:pt x="78128" y="47643"/>
                      <a:pt x="77724" y="47442"/>
                      <a:pt x="77522" y="47038"/>
                    </a:cubicBezTo>
                    <a:cubicBezTo>
                      <a:pt x="75302" y="43808"/>
                      <a:pt x="73283" y="40578"/>
                      <a:pt x="71466" y="37146"/>
                    </a:cubicBezTo>
                    <a:cubicBezTo>
                      <a:pt x="70860" y="37953"/>
                      <a:pt x="70457" y="38761"/>
                      <a:pt x="69851" y="39568"/>
                    </a:cubicBezTo>
                    <a:cubicBezTo>
                      <a:pt x="60363" y="52489"/>
                      <a:pt x="39367" y="54104"/>
                      <a:pt x="29273" y="54104"/>
                    </a:cubicBezTo>
                    <a:lnTo>
                      <a:pt x="28466" y="54104"/>
                    </a:lnTo>
                    <a:cubicBezTo>
                      <a:pt x="25640" y="54104"/>
                      <a:pt x="23015" y="52287"/>
                      <a:pt x="22208" y="49662"/>
                    </a:cubicBezTo>
                    <a:cubicBezTo>
                      <a:pt x="19179" y="40578"/>
                      <a:pt x="13527" y="18977"/>
                      <a:pt x="23217" y="5855"/>
                    </a:cubicBezTo>
                    <a:cubicBezTo>
                      <a:pt x="23823" y="4845"/>
                      <a:pt x="24428" y="4038"/>
                      <a:pt x="25236" y="3230"/>
                    </a:cubicBezTo>
                    <a:cubicBezTo>
                      <a:pt x="21400" y="2625"/>
                      <a:pt x="17766" y="1817"/>
                      <a:pt x="14132" y="606"/>
                    </a:cubicBezTo>
                    <a:cubicBezTo>
                      <a:pt x="13527" y="404"/>
                      <a:pt x="13123" y="202"/>
                      <a:pt x="12719" y="0"/>
                    </a:cubicBezTo>
                    <a:close/>
                  </a:path>
                </a:pathLst>
              </a:custGeom>
              <a:noFill/>
              <a:ln w="9525">
                <a:solidFill>
                  <a:srgbClr val="f1f1f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276" name="Google Shape;8995;p71"/>
              <p:cNvSpPr/>
              <p:nvPr/>
            </p:nvSpPr>
            <p:spPr>
              <a:xfrm>
                <a:off x="6772680" y="2055600"/>
                <a:ext cx="223200" cy="107640"/>
              </a:xfrm>
              <a:custGeom>
                <a:avLst/>
                <a:gdLst>
                  <a:gd name="textAreaLeft" fmla="*/ 0 w 223200"/>
                  <a:gd name="textAreaRight" fmla="*/ 223560 w 223200"/>
                  <a:gd name="textAreaTop" fmla="*/ 0 h 107640"/>
                  <a:gd name="textAreaBottom" fmla="*/ 108000 h 107640"/>
                </a:gdLst>
                <a:ahLst/>
                <a:rect l="textAreaLeft" t="textAreaTop" r="textAreaRight" b="textAreaBottom"/>
                <a:pathLst>
                  <a:path w="27053" h="13123">
                    <a:moveTo>
                      <a:pt x="8277" y="0"/>
                    </a:moveTo>
                    <a:cubicBezTo>
                      <a:pt x="5451" y="2826"/>
                      <a:pt x="3029" y="5653"/>
                      <a:pt x="808" y="8883"/>
                    </a:cubicBezTo>
                    <a:cubicBezTo>
                      <a:pt x="404" y="9286"/>
                      <a:pt x="202" y="9690"/>
                      <a:pt x="0" y="9892"/>
                    </a:cubicBezTo>
                    <a:cubicBezTo>
                      <a:pt x="606" y="10094"/>
                      <a:pt x="1010" y="10296"/>
                      <a:pt x="1414" y="10498"/>
                    </a:cubicBezTo>
                    <a:cubicBezTo>
                      <a:pt x="5047" y="11709"/>
                      <a:pt x="8883" y="12517"/>
                      <a:pt x="12719" y="13122"/>
                    </a:cubicBezTo>
                    <a:cubicBezTo>
                      <a:pt x="16554" y="8277"/>
                      <a:pt x="21601" y="4240"/>
                      <a:pt x="27052" y="1211"/>
                    </a:cubicBezTo>
                    <a:lnTo>
                      <a:pt x="27052" y="1211"/>
                    </a:lnTo>
                    <a:cubicBezTo>
                      <a:pt x="25033" y="1615"/>
                      <a:pt x="23015" y="1615"/>
                      <a:pt x="20996" y="1615"/>
                    </a:cubicBezTo>
                    <a:cubicBezTo>
                      <a:pt x="16756" y="1615"/>
                      <a:pt x="12517" y="1009"/>
                      <a:pt x="8277" y="0"/>
                    </a:cubicBezTo>
                    <a:close/>
                  </a:path>
                </a:pathLst>
              </a:custGeom>
              <a:noFill/>
              <a:ln w="9525">
                <a:solidFill>
                  <a:srgbClr val="f1f1f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4000" bIns="54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277" name="Google Shape;8996;p71"/>
              <p:cNvSpPr/>
              <p:nvPr/>
            </p:nvSpPr>
            <p:spPr>
              <a:xfrm>
                <a:off x="6842880" y="1959120"/>
                <a:ext cx="154800" cy="109440"/>
              </a:xfrm>
              <a:custGeom>
                <a:avLst/>
                <a:gdLst>
                  <a:gd name="textAreaLeft" fmla="*/ 0 w 154800"/>
                  <a:gd name="textAreaRight" fmla="*/ 155160 w 154800"/>
                  <a:gd name="textAreaTop" fmla="*/ 0 h 109440"/>
                  <a:gd name="textAreaBottom" fmla="*/ 109800 h 109440"/>
                </a:gdLst>
                <a:ahLst/>
                <a:rect l="textAreaLeft" t="textAreaTop" r="textAreaRight" b="textAreaBottom"/>
                <a:pathLst>
                  <a:path w="18776" h="13325">
                    <a:moveTo>
                      <a:pt x="15747" y="0"/>
                    </a:moveTo>
                    <a:cubicBezTo>
                      <a:pt x="9892" y="3028"/>
                      <a:pt x="4644" y="7066"/>
                      <a:pt x="0" y="11709"/>
                    </a:cubicBezTo>
                    <a:cubicBezTo>
                      <a:pt x="4038" y="12718"/>
                      <a:pt x="8277" y="13324"/>
                      <a:pt x="12517" y="13324"/>
                    </a:cubicBezTo>
                    <a:cubicBezTo>
                      <a:pt x="14536" y="13324"/>
                      <a:pt x="16756" y="13122"/>
                      <a:pt x="18775" y="12920"/>
                    </a:cubicBezTo>
                    <a:cubicBezTo>
                      <a:pt x="16958" y="8883"/>
                      <a:pt x="16151" y="4441"/>
                      <a:pt x="15747" y="0"/>
                    </a:cubicBezTo>
                    <a:close/>
                  </a:path>
                </a:pathLst>
              </a:custGeom>
              <a:noFill/>
              <a:ln w="9525">
                <a:solidFill>
                  <a:srgbClr val="f1f1f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4720" bIns="547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278" name="Google Shape;8997;p71"/>
              <p:cNvSpPr/>
              <p:nvPr/>
            </p:nvSpPr>
            <p:spPr>
              <a:xfrm>
                <a:off x="6780960" y="2163600"/>
                <a:ext cx="478440" cy="418320"/>
              </a:xfrm>
              <a:custGeom>
                <a:avLst/>
                <a:gdLst>
                  <a:gd name="textAreaLeft" fmla="*/ 0 w 478440"/>
                  <a:gd name="textAreaRight" fmla="*/ 478800 w 478440"/>
                  <a:gd name="textAreaTop" fmla="*/ 0 h 418320"/>
                  <a:gd name="textAreaBottom" fmla="*/ 418680 h 418320"/>
                </a:gdLst>
                <a:ahLst/>
                <a:rect l="textAreaLeft" t="textAreaTop" r="textAreaRight" b="textAreaBottom"/>
                <a:pathLst>
                  <a:path w="57940" h="50874">
                    <a:moveTo>
                      <a:pt x="11710" y="0"/>
                    </a:moveTo>
                    <a:cubicBezTo>
                      <a:pt x="10902" y="808"/>
                      <a:pt x="10297" y="1615"/>
                      <a:pt x="9691" y="2625"/>
                    </a:cubicBezTo>
                    <a:cubicBezTo>
                      <a:pt x="1" y="15949"/>
                      <a:pt x="5653" y="37348"/>
                      <a:pt x="8682" y="46432"/>
                    </a:cubicBezTo>
                    <a:cubicBezTo>
                      <a:pt x="9489" y="49057"/>
                      <a:pt x="12114" y="50874"/>
                      <a:pt x="14940" y="50874"/>
                    </a:cubicBezTo>
                    <a:lnTo>
                      <a:pt x="15747" y="50874"/>
                    </a:lnTo>
                    <a:cubicBezTo>
                      <a:pt x="25841" y="50874"/>
                      <a:pt x="46837" y="49259"/>
                      <a:pt x="56325" y="36338"/>
                    </a:cubicBezTo>
                    <a:cubicBezTo>
                      <a:pt x="56931" y="35531"/>
                      <a:pt x="57334" y="34723"/>
                      <a:pt x="57940" y="33916"/>
                    </a:cubicBezTo>
                    <a:cubicBezTo>
                      <a:pt x="54508" y="27052"/>
                      <a:pt x="52085" y="19582"/>
                      <a:pt x="51278" y="11911"/>
                    </a:cubicBezTo>
                    <a:cubicBezTo>
                      <a:pt x="45222" y="9892"/>
                      <a:pt x="39771" y="6460"/>
                      <a:pt x="35330" y="2019"/>
                    </a:cubicBezTo>
                    <a:cubicBezTo>
                      <a:pt x="34522" y="1413"/>
                      <a:pt x="33916" y="606"/>
                      <a:pt x="33311" y="0"/>
                    </a:cubicBezTo>
                    <a:cubicBezTo>
                      <a:pt x="29677" y="606"/>
                      <a:pt x="26043" y="808"/>
                      <a:pt x="22409" y="808"/>
                    </a:cubicBezTo>
                    <a:cubicBezTo>
                      <a:pt x="18776" y="808"/>
                      <a:pt x="15142" y="606"/>
                      <a:pt x="11710" y="0"/>
                    </a:cubicBezTo>
                    <a:close/>
                  </a:path>
                </a:pathLst>
              </a:custGeom>
              <a:noFill/>
              <a:ln w="9525">
                <a:solidFill>
                  <a:srgbClr val="f1f1f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279" name="Google Shape;8998;p71"/>
              <p:cNvSpPr/>
              <p:nvPr/>
            </p:nvSpPr>
            <p:spPr>
              <a:xfrm>
                <a:off x="6877800" y="2065680"/>
                <a:ext cx="178200" cy="104400"/>
              </a:xfrm>
              <a:custGeom>
                <a:avLst/>
                <a:gdLst>
                  <a:gd name="textAreaLeft" fmla="*/ 0 w 178200"/>
                  <a:gd name="textAreaRight" fmla="*/ 178560 w 178200"/>
                  <a:gd name="textAreaTop" fmla="*/ 0 h 104400"/>
                  <a:gd name="textAreaBottom" fmla="*/ 104760 h 104400"/>
                </a:gdLst>
                <a:ahLst/>
                <a:rect l="textAreaLeft" t="textAreaTop" r="textAreaRight" b="textAreaBottom"/>
                <a:pathLst>
                  <a:path w="21602" h="12719">
                    <a:moveTo>
                      <a:pt x="14334" y="0"/>
                    </a:moveTo>
                    <a:cubicBezTo>
                      <a:pt x="8883" y="3029"/>
                      <a:pt x="3836" y="7066"/>
                      <a:pt x="1" y="11911"/>
                    </a:cubicBezTo>
                    <a:cubicBezTo>
                      <a:pt x="3433" y="12517"/>
                      <a:pt x="7067" y="12719"/>
                      <a:pt x="10700" y="12719"/>
                    </a:cubicBezTo>
                    <a:cubicBezTo>
                      <a:pt x="14334" y="12719"/>
                      <a:pt x="17968" y="12517"/>
                      <a:pt x="21602" y="11911"/>
                    </a:cubicBezTo>
                    <a:cubicBezTo>
                      <a:pt x="18574" y="8277"/>
                      <a:pt x="16151" y="4240"/>
                      <a:pt x="14334" y="0"/>
                    </a:cubicBezTo>
                    <a:close/>
                  </a:path>
                </a:pathLst>
              </a:custGeom>
              <a:noFill/>
              <a:ln w="9525">
                <a:solidFill>
                  <a:srgbClr val="f1f1f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2200" bIns="522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280" name="Google Shape;8999;p71"/>
              <p:cNvSpPr/>
              <p:nvPr/>
            </p:nvSpPr>
            <p:spPr>
              <a:xfrm>
                <a:off x="7316640" y="2140200"/>
                <a:ext cx="648720" cy="552960"/>
              </a:xfrm>
              <a:custGeom>
                <a:avLst/>
                <a:gdLst>
                  <a:gd name="textAreaLeft" fmla="*/ 0 w 648720"/>
                  <a:gd name="textAreaRight" fmla="*/ 649080 w 648720"/>
                  <a:gd name="textAreaTop" fmla="*/ 0 h 552960"/>
                  <a:gd name="textAreaBottom" fmla="*/ 553320 h 552960"/>
                </a:gdLst>
                <a:ahLst/>
                <a:rect l="textAreaLeft" t="textAreaTop" r="textAreaRight" b="textAreaBottom"/>
                <a:pathLst>
                  <a:path w="78532" h="67227">
                    <a:moveTo>
                      <a:pt x="66015" y="1"/>
                    </a:moveTo>
                    <a:cubicBezTo>
                      <a:pt x="65611" y="203"/>
                      <a:pt x="65208" y="405"/>
                      <a:pt x="64804" y="405"/>
                    </a:cubicBezTo>
                    <a:cubicBezTo>
                      <a:pt x="61170" y="1616"/>
                      <a:pt x="57334" y="2625"/>
                      <a:pt x="53499" y="3231"/>
                    </a:cubicBezTo>
                    <a:cubicBezTo>
                      <a:pt x="54104" y="4038"/>
                      <a:pt x="54710" y="4644"/>
                      <a:pt x="55315" y="5653"/>
                    </a:cubicBezTo>
                    <a:cubicBezTo>
                      <a:pt x="65006" y="18977"/>
                      <a:pt x="59555" y="40377"/>
                      <a:pt x="56325" y="49461"/>
                    </a:cubicBezTo>
                    <a:cubicBezTo>
                      <a:pt x="55517" y="52086"/>
                      <a:pt x="52893" y="53902"/>
                      <a:pt x="50269" y="53902"/>
                    </a:cubicBezTo>
                    <a:lnTo>
                      <a:pt x="49259" y="53902"/>
                    </a:lnTo>
                    <a:cubicBezTo>
                      <a:pt x="39165" y="53902"/>
                      <a:pt x="18170" y="52287"/>
                      <a:pt x="8883" y="39367"/>
                    </a:cubicBezTo>
                    <a:cubicBezTo>
                      <a:pt x="8076" y="38560"/>
                      <a:pt x="7470" y="37550"/>
                      <a:pt x="7067" y="36743"/>
                    </a:cubicBezTo>
                    <a:cubicBezTo>
                      <a:pt x="5250" y="40175"/>
                      <a:pt x="3231" y="43405"/>
                      <a:pt x="1010" y="46433"/>
                    </a:cubicBezTo>
                    <a:cubicBezTo>
                      <a:pt x="808" y="46837"/>
                      <a:pt x="405" y="47240"/>
                      <a:pt x="1" y="47644"/>
                    </a:cubicBezTo>
                    <a:cubicBezTo>
                      <a:pt x="13729" y="65006"/>
                      <a:pt x="42597" y="67226"/>
                      <a:pt x="56527" y="67226"/>
                    </a:cubicBezTo>
                    <a:lnTo>
                      <a:pt x="57738" y="67226"/>
                    </a:lnTo>
                    <a:cubicBezTo>
                      <a:pt x="61776" y="67226"/>
                      <a:pt x="65409" y="64602"/>
                      <a:pt x="66621" y="60968"/>
                    </a:cubicBezTo>
                    <a:cubicBezTo>
                      <a:pt x="70860" y="48250"/>
                      <a:pt x="78532" y="18977"/>
                      <a:pt x="66015" y="1"/>
                    </a:cubicBezTo>
                    <a:close/>
                  </a:path>
                </a:pathLst>
              </a:custGeom>
              <a:noFill/>
              <a:ln w="9525">
                <a:solidFill>
                  <a:srgbClr val="f1f1f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281" name="Google Shape;9000;p71"/>
              <p:cNvSpPr/>
              <p:nvPr/>
            </p:nvSpPr>
            <p:spPr>
              <a:xfrm>
                <a:off x="7259760" y="2298240"/>
                <a:ext cx="114840" cy="234000"/>
              </a:xfrm>
              <a:custGeom>
                <a:avLst/>
                <a:gdLst>
                  <a:gd name="textAreaLeft" fmla="*/ 0 w 114840"/>
                  <a:gd name="textAreaRight" fmla="*/ 115200 w 114840"/>
                  <a:gd name="textAreaTop" fmla="*/ 0 h 234000"/>
                  <a:gd name="textAreaBottom" fmla="*/ 234360 h 234000"/>
                </a:gdLst>
                <a:ahLst/>
                <a:rect l="textAreaLeft" t="textAreaTop" r="textAreaRight" b="textAreaBottom"/>
                <a:pathLst>
                  <a:path w="13931" h="28466">
                    <a:moveTo>
                      <a:pt x="6865" y="0"/>
                    </a:moveTo>
                    <a:cubicBezTo>
                      <a:pt x="5855" y="6259"/>
                      <a:pt x="3433" y="12113"/>
                      <a:pt x="1" y="17564"/>
                    </a:cubicBezTo>
                    <a:cubicBezTo>
                      <a:pt x="1818" y="20996"/>
                      <a:pt x="3837" y="24428"/>
                      <a:pt x="6057" y="27658"/>
                    </a:cubicBezTo>
                    <a:cubicBezTo>
                      <a:pt x="6259" y="27860"/>
                      <a:pt x="6663" y="28263"/>
                      <a:pt x="6865" y="28465"/>
                    </a:cubicBezTo>
                    <a:cubicBezTo>
                      <a:pt x="7269" y="28061"/>
                      <a:pt x="7470" y="27860"/>
                      <a:pt x="7874" y="27456"/>
                    </a:cubicBezTo>
                    <a:cubicBezTo>
                      <a:pt x="10095" y="24226"/>
                      <a:pt x="12114" y="20996"/>
                      <a:pt x="13931" y="17564"/>
                    </a:cubicBezTo>
                    <a:cubicBezTo>
                      <a:pt x="10297" y="12113"/>
                      <a:pt x="8076" y="6259"/>
                      <a:pt x="6865" y="0"/>
                    </a:cubicBezTo>
                    <a:close/>
                  </a:path>
                </a:pathLst>
              </a:custGeom>
              <a:noFill/>
              <a:ln w="9525">
                <a:solidFill>
                  <a:srgbClr val="f1f1f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282" name="Google Shape;9001;p71"/>
              <p:cNvSpPr/>
              <p:nvPr/>
            </p:nvSpPr>
            <p:spPr>
              <a:xfrm>
                <a:off x="7204680" y="2261520"/>
                <a:ext cx="111600" cy="180720"/>
              </a:xfrm>
              <a:custGeom>
                <a:avLst/>
                <a:gdLst>
                  <a:gd name="textAreaLeft" fmla="*/ 0 w 111600"/>
                  <a:gd name="textAreaRight" fmla="*/ 111960 w 111600"/>
                  <a:gd name="textAreaTop" fmla="*/ 0 h 180720"/>
                  <a:gd name="textAreaBottom" fmla="*/ 181080 h 180720"/>
                </a:gdLst>
                <a:ahLst/>
                <a:rect l="textAreaLeft" t="textAreaTop" r="textAreaRight" b="textAreaBottom"/>
                <a:pathLst>
                  <a:path w="13527" h="22005">
                    <a:moveTo>
                      <a:pt x="1" y="0"/>
                    </a:moveTo>
                    <a:lnTo>
                      <a:pt x="1" y="0"/>
                    </a:lnTo>
                    <a:cubicBezTo>
                      <a:pt x="808" y="7671"/>
                      <a:pt x="3231" y="15141"/>
                      <a:pt x="6663" y="22005"/>
                    </a:cubicBezTo>
                    <a:cubicBezTo>
                      <a:pt x="10095" y="16554"/>
                      <a:pt x="12517" y="10700"/>
                      <a:pt x="13527" y="4441"/>
                    </a:cubicBezTo>
                    <a:cubicBezTo>
                      <a:pt x="13527" y="3836"/>
                      <a:pt x="13325" y="3028"/>
                      <a:pt x="13325" y="2221"/>
                    </a:cubicBezTo>
                    <a:cubicBezTo>
                      <a:pt x="8682" y="2221"/>
                      <a:pt x="4240" y="1413"/>
                      <a:pt x="1" y="0"/>
                    </a:cubicBezTo>
                    <a:close/>
                  </a:path>
                </a:pathLst>
              </a:custGeom>
              <a:noFill/>
              <a:ln w="9525">
                <a:solidFill>
                  <a:srgbClr val="f1f1f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0360" bIns="903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283" name="Google Shape;9002;p71"/>
              <p:cNvSpPr/>
              <p:nvPr/>
            </p:nvSpPr>
            <p:spPr>
              <a:xfrm>
                <a:off x="7373160" y="2163600"/>
                <a:ext cx="480240" cy="420120"/>
              </a:xfrm>
              <a:custGeom>
                <a:avLst/>
                <a:gdLst>
                  <a:gd name="textAreaLeft" fmla="*/ 0 w 480240"/>
                  <a:gd name="textAreaRight" fmla="*/ 480600 w 480240"/>
                  <a:gd name="textAreaTop" fmla="*/ 0 h 420120"/>
                  <a:gd name="textAreaBottom" fmla="*/ 420480 h 420120"/>
                </a:gdLst>
                <a:ahLst/>
                <a:rect l="textAreaLeft" t="textAreaTop" r="textAreaRight" b="textAreaBottom"/>
                <a:pathLst>
                  <a:path w="58142" h="51076">
                    <a:moveTo>
                      <a:pt x="24428" y="0"/>
                    </a:moveTo>
                    <a:cubicBezTo>
                      <a:pt x="23822" y="808"/>
                      <a:pt x="23419" y="1413"/>
                      <a:pt x="22813" y="2019"/>
                    </a:cubicBezTo>
                    <a:cubicBezTo>
                      <a:pt x="18170" y="6460"/>
                      <a:pt x="12719" y="9892"/>
                      <a:pt x="6865" y="11911"/>
                    </a:cubicBezTo>
                    <a:cubicBezTo>
                      <a:pt x="5855" y="19582"/>
                      <a:pt x="3634" y="27052"/>
                      <a:pt x="1" y="33916"/>
                    </a:cubicBezTo>
                    <a:cubicBezTo>
                      <a:pt x="606" y="34723"/>
                      <a:pt x="1212" y="35733"/>
                      <a:pt x="1818" y="36540"/>
                    </a:cubicBezTo>
                    <a:cubicBezTo>
                      <a:pt x="11306" y="49460"/>
                      <a:pt x="32301" y="51075"/>
                      <a:pt x="42395" y="51075"/>
                    </a:cubicBezTo>
                    <a:lnTo>
                      <a:pt x="43203" y="51075"/>
                    </a:lnTo>
                    <a:cubicBezTo>
                      <a:pt x="46029" y="51075"/>
                      <a:pt x="48451" y="49259"/>
                      <a:pt x="49461" y="46634"/>
                    </a:cubicBezTo>
                    <a:cubicBezTo>
                      <a:pt x="52489" y="37550"/>
                      <a:pt x="58142" y="15949"/>
                      <a:pt x="48451" y="2826"/>
                    </a:cubicBezTo>
                    <a:cubicBezTo>
                      <a:pt x="47846" y="1817"/>
                      <a:pt x="47240" y="1211"/>
                      <a:pt x="46433" y="404"/>
                    </a:cubicBezTo>
                    <a:cubicBezTo>
                      <a:pt x="43001" y="808"/>
                      <a:pt x="39569" y="1211"/>
                      <a:pt x="35935" y="1211"/>
                    </a:cubicBezTo>
                    <a:cubicBezTo>
                      <a:pt x="32099" y="1211"/>
                      <a:pt x="28264" y="808"/>
                      <a:pt x="24428" y="0"/>
                    </a:cubicBezTo>
                    <a:close/>
                  </a:path>
                </a:pathLst>
              </a:custGeom>
              <a:noFill/>
              <a:ln w="9525">
                <a:solidFill>
                  <a:srgbClr val="f1f1f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284" name="Google Shape;9003;p71"/>
              <p:cNvSpPr/>
              <p:nvPr/>
            </p:nvSpPr>
            <p:spPr>
              <a:xfrm>
                <a:off x="7316640" y="2261520"/>
                <a:ext cx="113040" cy="180720"/>
              </a:xfrm>
              <a:custGeom>
                <a:avLst/>
                <a:gdLst>
                  <a:gd name="textAreaLeft" fmla="*/ 0 w 113040"/>
                  <a:gd name="textAreaRight" fmla="*/ 113400 w 113040"/>
                  <a:gd name="textAreaTop" fmla="*/ 0 h 180720"/>
                  <a:gd name="textAreaBottom" fmla="*/ 181080 h 180720"/>
                </a:gdLst>
                <a:ahLst/>
                <a:rect l="textAreaLeft" t="textAreaTop" r="textAreaRight" b="textAreaBottom"/>
                <a:pathLst>
                  <a:path w="13729" h="22005">
                    <a:moveTo>
                      <a:pt x="13729" y="0"/>
                    </a:moveTo>
                    <a:cubicBezTo>
                      <a:pt x="9287" y="1413"/>
                      <a:pt x="4846" y="2221"/>
                      <a:pt x="405" y="2221"/>
                    </a:cubicBezTo>
                    <a:cubicBezTo>
                      <a:pt x="405" y="3028"/>
                      <a:pt x="203" y="3836"/>
                      <a:pt x="1" y="4441"/>
                    </a:cubicBezTo>
                    <a:cubicBezTo>
                      <a:pt x="1212" y="10700"/>
                      <a:pt x="3433" y="16554"/>
                      <a:pt x="7067" y="22005"/>
                    </a:cubicBezTo>
                    <a:cubicBezTo>
                      <a:pt x="10498" y="15141"/>
                      <a:pt x="12719" y="7671"/>
                      <a:pt x="13729" y="0"/>
                    </a:cubicBezTo>
                    <a:close/>
                  </a:path>
                </a:pathLst>
              </a:custGeom>
              <a:noFill/>
              <a:ln w="9525">
                <a:solidFill>
                  <a:srgbClr val="f1f1f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0360" bIns="903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285" name="Google Shape;9004;p71"/>
              <p:cNvSpPr/>
              <p:nvPr/>
            </p:nvSpPr>
            <p:spPr>
              <a:xfrm>
                <a:off x="7314840" y="2281680"/>
                <a:ext cx="4680" cy="16200"/>
              </a:xfrm>
              <a:custGeom>
                <a:avLst/>
                <a:gdLst>
                  <a:gd name="textAreaLeft" fmla="*/ 0 w 4680"/>
                  <a:gd name="textAreaRight" fmla="*/ 5040 w 4680"/>
                  <a:gd name="textAreaTop" fmla="*/ 0 h 16200"/>
                  <a:gd name="textAreaBottom" fmla="*/ 16560 h 16200"/>
                </a:gdLst>
                <a:ahLst/>
                <a:rect l="textAreaLeft" t="textAreaTop" r="textAreaRight" b="textAreaBottom"/>
                <a:pathLst>
                  <a:path w="607" h="2020">
                    <a:moveTo>
                      <a:pt x="1" y="1"/>
                    </a:moveTo>
                    <a:cubicBezTo>
                      <a:pt x="1" y="606"/>
                      <a:pt x="203" y="1414"/>
                      <a:pt x="203" y="2019"/>
                    </a:cubicBezTo>
                    <a:cubicBezTo>
                      <a:pt x="405" y="1414"/>
                      <a:pt x="405" y="606"/>
                      <a:pt x="607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f1f1f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80" bIns="8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286" name="Google Shape;9005;p71"/>
              <p:cNvSpPr/>
              <p:nvPr/>
            </p:nvSpPr>
            <p:spPr>
              <a:xfrm>
                <a:off x="7648560" y="1490760"/>
                <a:ext cx="525240" cy="649440"/>
              </a:xfrm>
              <a:custGeom>
                <a:avLst/>
                <a:gdLst>
                  <a:gd name="textAreaLeft" fmla="*/ 0 w 525240"/>
                  <a:gd name="textAreaRight" fmla="*/ 525600 w 525240"/>
                  <a:gd name="textAreaTop" fmla="*/ 0 h 649440"/>
                  <a:gd name="textAreaBottom" fmla="*/ 649800 h 649440"/>
                </a:gdLst>
                <a:ahLst/>
                <a:rect l="textAreaLeft" t="textAreaTop" r="textAreaRight" b="textAreaBottom"/>
                <a:pathLst>
                  <a:path w="63593" h="78935">
                    <a:moveTo>
                      <a:pt x="11104" y="0"/>
                    </a:moveTo>
                    <a:cubicBezTo>
                      <a:pt x="7672" y="0"/>
                      <a:pt x="4240" y="606"/>
                      <a:pt x="1010" y="1413"/>
                    </a:cubicBezTo>
                    <a:lnTo>
                      <a:pt x="1010" y="2625"/>
                    </a:lnTo>
                    <a:cubicBezTo>
                      <a:pt x="1010" y="6662"/>
                      <a:pt x="606" y="10498"/>
                      <a:pt x="1" y="14334"/>
                    </a:cubicBezTo>
                    <a:cubicBezTo>
                      <a:pt x="1010" y="13930"/>
                      <a:pt x="1818" y="13728"/>
                      <a:pt x="2827" y="13324"/>
                    </a:cubicBezTo>
                    <a:cubicBezTo>
                      <a:pt x="5451" y="12517"/>
                      <a:pt x="8278" y="12113"/>
                      <a:pt x="11104" y="12113"/>
                    </a:cubicBezTo>
                    <a:cubicBezTo>
                      <a:pt x="24630" y="12113"/>
                      <a:pt x="38559" y="21198"/>
                      <a:pt x="45020" y="25841"/>
                    </a:cubicBezTo>
                    <a:cubicBezTo>
                      <a:pt x="47240" y="27456"/>
                      <a:pt x="48048" y="30484"/>
                      <a:pt x="47240" y="33108"/>
                    </a:cubicBezTo>
                    <a:cubicBezTo>
                      <a:pt x="44414" y="42395"/>
                      <a:pt x="36339" y="62986"/>
                      <a:pt x="20592" y="68033"/>
                    </a:cubicBezTo>
                    <a:cubicBezTo>
                      <a:pt x="19583" y="68235"/>
                      <a:pt x="18573" y="68639"/>
                      <a:pt x="17564" y="68841"/>
                    </a:cubicBezTo>
                    <a:cubicBezTo>
                      <a:pt x="20188" y="71667"/>
                      <a:pt x="22813" y="74494"/>
                      <a:pt x="25034" y="77522"/>
                    </a:cubicBezTo>
                    <a:cubicBezTo>
                      <a:pt x="25235" y="77925"/>
                      <a:pt x="25639" y="78531"/>
                      <a:pt x="25841" y="78935"/>
                    </a:cubicBezTo>
                    <a:cubicBezTo>
                      <a:pt x="47240" y="71062"/>
                      <a:pt x="58343" y="42799"/>
                      <a:pt x="62381" y="30080"/>
                    </a:cubicBezTo>
                    <a:cubicBezTo>
                      <a:pt x="63592" y="26245"/>
                      <a:pt x="62179" y="22005"/>
                      <a:pt x="58949" y="19583"/>
                    </a:cubicBezTo>
                    <a:cubicBezTo>
                      <a:pt x="49865" y="12921"/>
                      <a:pt x="30081" y="0"/>
                      <a:pt x="11104" y="0"/>
                    </a:cubicBezTo>
                    <a:close/>
                  </a:path>
                </a:pathLst>
              </a:custGeom>
              <a:noFill/>
              <a:ln w="9525">
                <a:solidFill>
                  <a:srgbClr val="f1f1f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287" name="Google Shape;9006;p71"/>
              <p:cNvSpPr/>
              <p:nvPr/>
            </p:nvSpPr>
            <p:spPr>
              <a:xfrm>
                <a:off x="7530120" y="1504080"/>
                <a:ext cx="126360" cy="167400"/>
              </a:xfrm>
              <a:custGeom>
                <a:avLst/>
                <a:gdLst>
                  <a:gd name="textAreaLeft" fmla="*/ 0 w 126360"/>
                  <a:gd name="textAreaRight" fmla="*/ 126720 w 126360"/>
                  <a:gd name="textAreaTop" fmla="*/ 0 h 167400"/>
                  <a:gd name="textAreaBottom" fmla="*/ 167760 h 167400"/>
                </a:gdLst>
                <a:ahLst/>
                <a:rect l="textAreaLeft" t="textAreaTop" r="textAreaRight" b="textAreaBottom"/>
                <a:pathLst>
                  <a:path w="15343" h="20391">
                    <a:moveTo>
                      <a:pt x="15343" y="0"/>
                    </a:moveTo>
                    <a:lnTo>
                      <a:pt x="13930" y="404"/>
                    </a:lnTo>
                    <a:cubicBezTo>
                      <a:pt x="10094" y="1413"/>
                      <a:pt x="6662" y="2827"/>
                      <a:pt x="3230" y="4644"/>
                    </a:cubicBezTo>
                    <a:cubicBezTo>
                      <a:pt x="2827" y="9691"/>
                      <a:pt x="1817" y="14737"/>
                      <a:pt x="0" y="19583"/>
                    </a:cubicBezTo>
                    <a:lnTo>
                      <a:pt x="1010" y="20390"/>
                    </a:lnTo>
                    <a:cubicBezTo>
                      <a:pt x="5047" y="17160"/>
                      <a:pt x="9489" y="14737"/>
                      <a:pt x="14334" y="12921"/>
                    </a:cubicBezTo>
                    <a:cubicBezTo>
                      <a:pt x="14939" y="9085"/>
                      <a:pt x="15343" y="5047"/>
                      <a:pt x="15343" y="1212"/>
                    </a:cubicBezTo>
                    <a:lnTo>
                      <a:pt x="15343" y="0"/>
                    </a:lnTo>
                    <a:close/>
                  </a:path>
                </a:pathLst>
              </a:custGeom>
              <a:noFill/>
              <a:ln w="9525">
                <a:solidFill>
                  <a:srgbClr val="f1f1f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3880" bIns="83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288" name="Google Shape;9007;p71"/>
              <p:cNvSpPr/>
              <p:nvPr/>
            </p:nvSpPr>
            <p:spPr>
              <a:xfrm>
                <a:off x="7445160" y="1542240"/>
                <a:ext cx="111600" cy="122760"/>
              </a:xfrm>
              <a:custGeom>
                <a:avLst/>
                <a:gdLst>
                  <a:gd name="textAreaLeft" fmla="*/ 0 w 111600"/>
                  <a:gd name="textAreaRight" fmla="*/ 111960 w 111600"/>
                  <a:gd name="textAreaTop" fmla="*/ 0 h 122760"/>
                  <a:gd name="textAreaBottom" fmla="*/ 123120 h 122760"/>
                </a:gdLst>
                <a:ahLst/>
                <a:rect l="textAreaLeft" t="textAreaTop" r="textAreaRight" b="textAreaBottom"/>
                <a:pathLst>
                  <a:path w="13527" h="14940">
                    <a:moveTo>
                      <a:pt x="13526" y="1"/>
                    </a:moveTo>
                    <a:cubicBezTo>
                      <a:pt x="8681" y="2423"/>
                      <a:pt x="4038" y="5451"/>
                      <a:pt x="0" y="9085"/>
                    </a:cubicBezTo>
                    <a:cubicBezTo>
                      <a:pt x="3634" y="10498"/>
                      <a:pt x="7066" y="12517"/>
                      <a:pt x="10296" y="14940"/>
                    </a:cubicBezTo>
                    <a:cubicBezTo>
                      <a:pt x="12113" y="10094"/>
                      <a:pt x="13123" y="5048"/>
                      <a:pt x="13526" y="1"/>
                    </a:cubicBezTo>
                    <a:close/>
                  </a:path>
                </a:pathLst>
              </a:custGeom>
              <a:noFill/>
              <a:ln w="9525">
                <a:solidFill>
                  <a:srgbClr val="f1f1f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1560" bIns="615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289" name="Google Shape;9008;p71"/>
              <p:cNvSpPr/>
              <p:nvPr/>
            </p:nvSpPr>
            <p:spPr>
              <a:xfrm>
                <a:off x="7638480" y="2058840"/>
                <a:ext cx="221760" cy="107640"/>
              </a:xfrm>
              <a:custGeom>
                <a:avLst/>
                <a:gdLst>
                  <a:gd name="textAreaLeft" fmla="*/ 0 w 221760"/>
                  <a:gd name="textAreaRight" fmla="*/ 222120 w 221760"/>
                  <a:gd name="textAreaTop" fmla="*/ 0 h 107640"/>
                  <a:gd name="textAreaBottom" fmla="*/ 108000 h 107640"/>
                </a:gdLst>
                <a:ahLst/>
                <a:rect l="textAreaLeft" t="textAreaTop" r="textAreaRight" b="textAreaBottom"/>
                <a:pathLst>
                  <a:path w="26851" h="13123">
                    <a:moveTo>
                      <a:pt x="18775" y="1"/>
                    </a:moveTo>
                    <a:cubicBezTo>
                      <a:pt x="14737" y="1010"/>
                      <a:pt x="10700" y="1414"/>
                      <a:pt x="6460" y="1616"/>
                    </a:cubicBezTo>
                    <a:cubicBezTo>
                      <a:pt x="4240" y="1616"/>
                      <a:pt x="2019" y="1414"/>
                      <a:pt x="0" y="1010"/>
                    </a:cubicBezTo>
                    <a:lnTo>
                      <a:pt x="0" y="1010"/>
                    </a:lnTo>
                    <a:cubicBezTo>
                      <a:pt x="5451" y="4038"/>
                      <a:pt x="10498" y="8076"/>
                      <a:pt x="14334" y="13123"/>
                    </a:cubicBezTo>
                    <a:cubicBezTo>
                      <a:pt x="18169" y="12517"/>
                      <a:pt x="22005" y="11508"/>
                      <a:pt x="25841" y="10297"/>
                    </a:cubicBezTo>
                    <a:cubicBezTo>
                      <a:pt x="26245" y="10297"/>
                      <a:pt x="26648" y="10095"/>
                      <a:pt x="26850" y="9893"/>
                    </a:cubicBezTo>
                    <a:cubicBezTo>
                      <a:pt x="26648" y="9489"/>
                      <a:pt x="26446" y="9085"/>
                      <a:pt x="26043" y="8682"/>
                    </a:cubicBezTo>
                    <a:cubicBezTo>
                      <a:pt x="23822" y="5452"/>
                      <a:pt x="21399" y="2625"/>
                      <a:pt x="18775" y="1"/>
                    </a:cubicBezTo>
                    <a:close/>
                  </a:path>
                </a:pathLst>
              </a:custGeom>
              <a:noFill/>
              <a:ln w="9525">
                <a:solidFill>
                  <a:srgbClr val="f1f1f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4000" bIns="54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290" name="Google Shape;9009;p71"/>
              <p:cNvSpPr/>
              <p:nvPr/>
            </p:nvSpPr>
            <p:spPr>
              <a:xfrm>
                <a:off x="7575120" y="2067120"/>
                <a:ext cx="183240" cy="105840"/>
              </a:xfrm>
              <a:custGeom>
                <a:avLst/>
                <a:gdLst>
                  <a:gd name="textAreaLeft" fmla="*/ 0 w 183240"/>
                  <a:gd name="textAreaRight" fmla="*/ 183600 w 183240"/>
                  <a:gd name="textAreaTop" fmla="*/ 0 h 105840"/>
                  <a:gd name="textAreaBottom" fmla="*/ 106200 h 105840"/>
                </a:gdLst>
                <a:ahLst/>
                <a:rect l="textAreaLeft" t="textAreaTop" r="textAreaRight" b="textAreaBottom"/>
                <a:pathLst>
                  <a:path w="22208" h="12921">
                    <a:moveTo>
                      <a:pt x="7672" y="0"/>
                    </a:moveTo>
                    <a:cubicBezTo>
                      <a:pt x="5654" y="4442"/>
                      <a:pt x="3231" y="8277"/>
                      <a:pt x="1" y="11709"/>
                    </a:cubicBezTo>
                    <a:cubicBezTo>
                      <a:pt x="3837" y="12517"/>
                      <a:pt x="7672" y="12920"/>
                      <a:pt x="11508" y="12920"/>
                    </a:cubicBezTo>
                    <a:cubicBezTo>
                      <a:pt x="15142" y="12920"/>
                      <a:pt x="18574" y="12517"/>
                      <a:pt x="22208" y="12113"/>
                    </a:cubicBezTo>
                    <a:cubicBezTo>
                      <a:pt x="18170" y="7066"/>
                      <a:pt x="13123" y="3028"/>
                      <a:pt x="7672" y="0"/>
                    </a:cubicBezTo>
                    <a:close/>
                  </a:path>
                </a:pathLst>
              </a:custGeom>
              <a:noFill/>
              <a:ln w="9525">
                <a:solidFill>
                  <a:srgbClr val="f1f1f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2920" bIns="529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291" name="Google Shape;9010;p71"/>
              <p:cNvSpPr/>
              <p:nvPr/>
            </p:nvSpPr>
            <p:spPr>
              <a:xfrm>
                <a:off x="7538400" y="1608840"/>
                <a:ext cx="109800" cy="139320"/>
              </a:xfrm>
              <a:custGeom>
                <a:avLst/>
                <a:gdLst>
                  <a:gd name="textAreaLeft" fmla="*/ 0 w 109800"/>
                  <a:gd name="textAreaRight" fmla="*/ 110160 w 109800"/>
                  <a:gd name="textAreaTop" fmla="*/ 0 h 139320"/>
                  <a:gd name="textAreaBottom" fmla="*/ 139680 h 139320"/>
                </a:gdLst>
                <a:ahLst/>
                <a:rect l="textAreaLeft" t="textAreaTop" r="textAreaRight" b="textAreaBottom"/>
                <a:pathLst>
                  <a:path w="13325" h="16959">
                    <a:moveTo>
                      <a:pt x="13325" y="1"/>
                    </a:moveTo>
                    <a:lnTo>
                      <a:pt x="13325" y="1"/>
                    </a:lnTo>
                    <a:cubicBezTo>
                      <a:pt x="8480" y="1818"/>
                      <a:pt x="4038" y="4442"/>
                      <a:pt x="1" y="7672"/>
                    </a:cubicBezTo>
                    <a:cubicBezTo>
                      <a:pt x="1010" y="8480"/>
                      <a:pt x="2019" y="9287"/>
                      <a:pt x="2827" y="10095"/>
                    </a:cubicBezTo>
                    <a:cubicBezTo>
                      <a:pt x="4846" y="12315"/>
                      <a:pt x="6663" y="14536"/>
                      <a:pt x="8278" y="16959"/>
                    </a:cubicBezTo>
                    <a:cubicBezTo>
                      <a:pt x="10700" y="11508"/>
                      <a:pt x="12315" y="5855"/>
                      <a:pt x="13325" y="1"/>
                    </a:cubicBezTo>
                    <a:close/>
                  </a:path>
                </a:pathLst>
              </a:custGeom>
              <a:noFill/>
              <a:ln w="9525">
                <a:solidFill>
                  <a:srgbClr val="f1f1f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9840" bIns="69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292" name="Google Shape;9011;p71"/>
              <p:cNvSpPr/>
              <p:nvPr/>
            </p:nvSpPr>
            <p:spPr>
              <a:xfrm>
                <a:off x="7638480" y="1960920"/>
                <a:ext cx="156600" cy="109440"/>
              </a:xfrm>
              <a:custGeom>
                <a:avLst/>
                <a:gdLst>
                  <a:gd name="textAreaLeft" fmla="*/ 0 w 156600"/>
                  <a:gd name="textAreaRight" fmla="*/ 156960 w 156600"/>
                  <a:gd name="textAreaTop" fmla="*/ 0 h 109440"/>
                  <a:gd name="textAreaBottom" fmla="*/ 109800 h 109440"/>
                </a:gdLst>
                <a:ahLst/>
                <a:rect l="textAreaLeft" t="textAreaTop" r="textAreaRight" b="textAreaBottom"/>
                <a:pathLst>
                  <a:path w="18977" h="13325">
                    <a:moveTo>
                      <a:pt x="2827" y="1"/>
                    </a:moveTo>
                    <a:cubicBezTo>
                      <a:pt x="2625" y="4442"/>
                      <a:pt x="1615" y="8682"/>
                      <a:pt x="0" y="12921"/>
                    </a:cubicBezTo>
                    <a:cubicBezTo>
                      <a:pt x="2221" y="13123"/>
                      <a:pt x="4442" y="13325"/>
                      <a:pt x="6460" y="13325"/>
                    </a:cubicBezTo>
                    <a:cubicBezTo>
                      <a:pt x="10700" y="13325"/>
                      <a:pt x="14939" y="12719"/>
                      <a:pt x="18977" y="11710"/>
                    </a:cubicBezTo>
                    <a:cubicBezTo>
                      <a:pt x="14132" y="7067"/>
                      <a:pt x="8883" y="3029"/>
                      <a:pt x="2827" y="1"/>
                    </a:cubicBezTo>
                    <a:close/>
                  </a:path>
                </a:pathLst>
              </a:custGeom>
              <a:noFill/>
              <a:ln w="9525">
                <a:solidFill>
                  <a:srgbClr val="f1f1f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4720" bIns="547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293" name="Google Shape;9012;p71"/>
              <p:cNvSpPr/>
              <p:nvPr/>
            </p:nvSpPr>
            <p:spPr>
              <a:xfrm>
                <a:off x="7637040" y="2067120"/>
                <a:ext cx="1440" cy="360"/>
              </a:xfrm>
              <a:custGeom>
                <a:avLst/>
                <a:gdLst>
                  <a:gd name="textAreaLeft" fmla="*/ 0 w 1440"/>
                  <a:gd name="textAreaRight" fmla="*/ 1800 w 1440"/>
                  <a:gd name="textAreaTop" fmla="*/ 0 h 360"/>
                  <a:gd name="textAreaBottom" fmla="*/ 720 h 360"/>
                </a:gdLst>
                <a:ahLst/>
                <a:rect l="textAreaLeft" t="textAreaTop" r="textAreaRight" b="textAreaBottom"/>
                <a:pathLst>
                  <a:path w="203" h="1">
                    <a:moveTo>
                      <a:pt x="202" y="0"/>
                    </a:moveTo>
                    <a:lnTo>
                      <a:pt x="20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f1f1f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0" bIns="3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294" name="Google Shape;9013;p71"/>
              <p:cNvSpPr/>
              <p:nvPr/>
            </p:nvSpPr>
            <p:spPr>
              <a:xfrm>
                <a:off x="6996240" y="2065680"/>
                <a:ext cx="360" cy="360"/>
              </a:xfrm>
              <a:custGeom>
                <a:avLst/>
                <a:gdLst>
                  <a:gd name="textAreaLeft" fmla="*/ 0 w 360"/>
                  <a:gd name="textAreaRight" fmla="*/ 720 w 360"/>
                  <a:gd name="textAreaTop" fmla="*/ 0 h 360"/>
                  <a:gd name="textAreaBottom" fmla="*/ 720 h 360"/>
                </a:gdLst>
                <a:ahLst/>
                <a:rect l="textAreaLeft" t="textAreaTop" r="textAreaRight" b="textAreaBottom"/>
                <a:pathLst>
                  <a:path w="1" h="1">
                    <a:moveTo>
                      <a:pt x="0" y="0"/>
                    </a:moveTo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f1f1f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0" bIns="3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295" name="Google Shape;9014;p71"/>
              <p:cNvSpPr/>
              <p:nvPr/>
            </p:nvSpPr>
            <p:spPr>
              <a:xfrm>
                <a:off x="6946200" y="1591920"/>
                <a:ext cx="750600" cy="724320"/>
              </a:xfrm>
              <a:custGeom>
                <a:avLst/>
                <a:gdLst>
                  <a:gd name="textAreaLeft" fmla="*/ 0 w 750600"/>
                  <a:gd name="textAreaRight" fmla="*/ 750960 w 750600"/>
                  <a:gd name="textAreaTop" fmla="*/ 0 h 724320"/>
                  <a:gd name="textAreaBottom" fmla="*/ 724680 h 724320"/>
                </a:gdLst>
                <a:ahLst/>
                <a:rect l="textAreaLeft" t="textAreaTop" r="textAreaRight" b="textAreaBottom"/>
                <a:pathLst>
                  <a:path fill="none" w="90847" h="88020">
                    <a:moveTo>
                      <a:pt x="44818" y="1"/>
                    </a:moveTo>
                    <a:cubicBezTo>
                      <a:pt x="24832" y="1"/>
                      <a:pt x="7672" y="13931"/>
                      <a:pt x="3836" y="33715"/>
                    </a:cubicBezTo>
                    <a:cubicBezTo>
                      <a:pt x="1" y="53297"/>
                      <a:pt x="10297" y="72879"/>
                      <a:pt x="28869" y="80550"/>
                    </a:cubicBezTo>
                    <a:cubicBezTo>
                      <a:pt x="47240" y="88020"/>
                      <a:pt x="68639" y="81560"/>
                      <a:pt x="79743" y="65006"/>
                    </a:cubicBezTo>
                    <a:cubicBezTo>
                      <a:pt x="90846" y="48452"/>
                      <a:pt x="88625" y="26245"/>
                      <a:pt x="74494" y="12114"/>
                    </a:cubicBezTo>
                    <a:cubicBezTo>
                      <a:pt x="66621" y="4240"/>
                      <a:pt x="55921" y="1"/>
                      <a:pt x="44818" y="1"/>
                    </a:cubicBezTo>
                    <a:close/>
                  </a:path>
                </a:pathLst>
              </a:custGeom>
              <a:noFill/>
              <a:ln w="9525">
                <a:solidFill>
                  <a:srgbClr val="f1f1f1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endParaRPr>
              </a:p>
            </p:txBody>
          </p:sp>
        </p:grpSp>
        <p:grpSp>
          <p:nvGrpSpPr>
            <p:cNvPr id="296" name="Google Shape;9015;p71"/>
            <p:cNvGrpSpPr/>
            <p:nvPr/>
          </p:nvGrpSpPr>
          <p:grpSpPr>
            <a:xfrm>
              <a:off x="6506640" y="1200960"/>
              <a:ext cx="1640520" cy="1686960"/>
              <a:chOff x="6506640" y="1200960"/>
              <a:chExt cx="1640520" cy="1686960"/>
            </a:xfrm>
          </p:grpSpPr>
          <p:sp>
            <p:nvSpPr>
              <p:cNvPr id="297" name="Google Shape;9016;p71"/>
              <p:cNvSpPr/>
              <p:nvPr/>
            </p:nvSpPr>
            <p:spPr>
              <a:xfrm>
                <a:off x="6749640" y="1200960"/>
                <a:ext cx="267840" cy="20016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00160"/>
                  <a:gd name="textAreaBottom" fmla="*/ 200520 h 200160"/>
                </a:gdLst>
                <a:ahLst/>
                <a:rect l="textAreaLeft" t="textAreaTop" r="textAreaRight" b="textAreaBottom"/>
                <a:pathLst>
                  <a:path w="10285" h="7716">
                    <a:moveTo>
                      <a:pt x="10284" y="1"/>
                    </a:moveTo>
                    <a:lnTo>
                      <a:pt x="7413" y="282"/>
                    </a:lnTo>
                    <a:lnTo>
                      <a:pt x="7949" y="1144"/>
                    </a:lnTo>
                    <a:cubicBezTo>
                      <a:pt x="4966" y="2788"/>
                      <a:pt x="2280" y="4920"/>
                      <a:pt x="0" y="7451"/>
                    </a:cubicBezTo>
                    <a:lnTo>
                      <a:pt x="294" y="7716"/>
                    </a:lnTo>
                    <a:cubicBezTo>
                      <a:pt x="2547" y="5212"/>
                      <a:pt x="5206" y="3102"/>
                      <a:pt x="8156" y="1479"/>
                    </a:cubicBezTo>
                    <a:lnTo>
                      <a:pt x="8760" y="2450"/>
                    </a:lnTo>
                    <a:close/>
                  </a:path>
                </a:pathLst>
              </a:custGeom>
              <a:solidFill>
                <a:srgbClr val="e3e9ed"/>
              </a:solidFill>
              <a:ln w="0">
                <a:solidFill>
                  <a:srgbClr val="f1f1f1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298" name="Google Shape;9017;p71"/>
              <p:cNvSpPr/>
              <p:nvPr/>
            </p:nvSpPr>
            <p:spPr>
              <a:xfrm>
                <a:off x="6506640" y="2025720"/>
                <a:ext cx="126720" cy="313560"/>
              </a:xfrm>
              <a:custGeom>
                <a:avLst/>
                <a:gdLst>
                  <a:gd name="textAreaLeft" fmla="*/ 0 w 126720"/>
                  <a:gd name="textAreaRight" fmla="*/ 127080 w 126720"/>
                  <a:gd name="textAreaTop" fmla="*/ 0 h 313560"/>
                  <a:gd name="textAreaBottom" fmla="*/ 313920 h 313560"/>
                </a:gdLst>
                <a:ahLst/>
                <a:rect l="textAreaLeft" t="textAreaTop" r="textAreaRight" b="textAreaBottom"/>
                <a:pathLst>
                  <a:path w="4872" h="12087">
                    <a:moveTo>
                      <a:pt x="4871" y="11889"/>
                    </a:moveTo>
                    <a:cubicBezTo>
                      <a:pt x="3186" y="8971"/>
                      <a:pt x="2004" y="5793"/>
                      <a:pt x="1370" y="2482"/>
                    </a:cubicBezTo>
                    <a:lnTo>
                      <a:pt x="2481" y="2209"/>
                    </a:lnTo>
                    <a:lnTo>
                      <a:pt x="620" y="0"/>
                    </a:lnTo>
                    <a:lnTo>
                      <a:pt x="1" y="2820"/>
                    </a:lnTo>
                    <a:lnTo>
                      <a:pt x="987" y="2578"/>
                    </a:lnTo>
                    <a:cubicBezTo>
                      <a:pt x="1629" y="5923"/>
                      <a:pt x="2827" y="9136"/>
                      <a:pt x="4530" y="12087"/>
                    </a:cubicBezTo>
                    <a:close/>
                  </a:path>
                </a:pathLst>
              </a:custGeom>
              <a:solidFill>
                <a:srgbClr val="e3e9ed"/>
              </a:solidFill>
              <a:ln w="0">
                <a:solidFill>
                  <a:srgbClr val="f1f1f1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299" name="Google Shape;9018;p71"/>
              <p:cNvSpPr/>
              <p:nvPr/>
            </p:nvSpPr>
            <p:spPr>
              <a:xfrm>
                <a:off x="8039160" y="2057040"/>
                <a:ext cx="108000" cy="314280"/>
              </a:xfrm>
              <a:custGeom>
                <a:avLst/>
                <a:gdLst>
                  <a:gd name="textAreaLeft" fmla="*/ 0 w 108000"/>
                  <a:gd name="textAreaRight" fmla="*/ 108360 w 108000"/>
                  <a:gd name="textAreaTop" fmla="*/ 0 h 314280"/>
                  <a:gd name="textAreaBottom" fmla="*/ 314640 h 314280"/>
                </a:gdLst>
                <a:ahLst/>
                <a:rect l="textAreaLeft" t="textAreaTop" r="textAreaRight" b="textAreaBottom"/>
                <a:pathLst>
                  <a:path w="4151" h="12116">
                    <a:moveTo>
                      <a:pt x="4150" y="41"/>
                    </a:moveTo>
                    <a:lnTo>
                      <a:pt x="3759" y="0"/>
                    </a:lnTo>
                    <a:cubicBezTo>
                      <a:pt x="3405" y="3350"/>
                      <a:pt x="2494" y="6618"/>
                      <a:pt x="1059" y="9668"/>
                    </a:cubicBezTo>
                    <a:lnTo>
                      <a:pt x="0" y="9237"/>
                    </a:lnTo>
                    <a:lnTo>
                      <a:pt x="208" y="12116"/>
                    </a:lnTo>
                    <a:lnTo>
                      <a:pt x="2367" y="10200"/>
                    </a:lnTo>
                    <a:lnTo>
                      <a:pt x="1426" y="9817"/>
                    </a:lnTo>
                    <a:cubicBezTo>
                      <a:pt x="2873" y="6733"/>
                      <a:pt x="3793" y="3429"/>
                      <a:pt x="4150" y="41"/>
                    </a:cubicBezTo>
                    <a:close/>
                  </a:path>
                </a:pathLst>
              </a:custGeom>
              <a:solidFill>
                <a:srgbClr val="e3e9ed"/>
              </a:solidFill>
              <a:ln w="0">
                <a:solidFill>
                  <a:srgbClr val="f1f1f1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300" name="Google Shape;9019;p71"/>
              <p:cNvSpPr/>
              <p:nvPr/>
            </p:nvSpPr>
            <p:spPr>
              <a:xfrm>
                <a:off x="7686360" y="1220760"/>
                <a:ext cx="271440" cy="194040"/>
              </a:xfrm>
              <a:custGeom>
                <a:avLst/>
                <a:gdLst>
                  <a:gd name="textAreaLeft" fmla="*/ 0 w 271440"/>
                  <a:gd name="textAreaRight" fmla="*/ 271800 w 271440"/>
                  <a:gd name="textAreaTop" fmla="*/ 0 h 194040"/>
                  <a:gd name="textAreaBottom" fmla="*/ 194400 h 194040"/>
                </a:gdLst>
                <a:ahLst/>
                <a:rect l="textAreaLeft" t="textAreaTop" r="textAreaRight" b="textAreaBottom"/>
                <a:pathLst>
                  <a:path w="10427" h="7481">
                    <a:moveTo>
                      <a:pt x="10427" y="7480"/>
                    </a:moveTo>
                    <a:lnTo>
                      <a:pt x="9270" y="4835"/>
                    </a:lnTo>
                    <a:lnTo>
                      <a:pt x="8616" y="5611"/>
                    </a:lnTo>
                    <a:cubicBezTo>
                      <a:pt x="6131" y="3282"/>
                      <a:pt x="3273" y="1386"/>
                      <a:pt x="160" y="1"/>
                    </a:cubicBezTo>
                    <a:lnTo>
                      <a:pt x="0" y="361"/>
                    </a:lnTo>
                    <a:cubicBezTo>
                      <a:pt x="3078" y="1731"/>
                      <a:pt x="5904" y="3608"/>
                      <a:pt x="8362" y="5913"/>
                    </a:cubicBezTo>
                    <a:lnTo>
                      <a:pt x="7624" y="6787"/>
                    </a:lnTo>
                    <a:close/>
                  </a:path>
                </a:pathLst>
              </a:custGeom>
              <a:solidFill>
                <a:srgbClr val="e3e9ed"/>
              </a:solidFill>
              <a:ln w="0">
                <a:solidFill>
                  <a:srgbClr val="f1f1f1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301" name="Google Shape;9020;p71"/>
              <p:cNvSpPr/>
              <p:nvPr/>
            </p:nvSpPr>
            <p:spPr>
              <a:xfrm rot="8660400">
                <a:off x="7208280" y="2632680"/>
                <a:ext cx="271440" cy="194040"/>
              </a:xfrm>
              <a:custGeom>
                <a:avLst/>
                <a:gdLst>
                  <a:gd name="textAreaLeft" fmla="*/ 0 w 271440"/>
                  <a:gd name="textAreaRight" fmla="*/ 271800 w 271440"/>
                  <a:gd name="textAreaTop" fmla="*/ 0 h 194040"/>
                  <a:gd name="textAreaBottom" fmla="*/ 194400 h 194040"/>
                </a:gdLst>
                <a:ahLst/>
                <a:rect l="textAreaLeft" t="textAreaTop" r="textAreaRight" b="textAreaBottom"/>
                <a:pathLst>
                  <a:path w="10427" h="7481">
                    <a:moveTo>
                      <a:pt x="10427" y="7480"/>
                    </a:moveTo>
                    <a:lnTo>
                      <a:pt x="9270" y="4835"/>
                    </a:lnTo>
                    <a:lnTo>
                      <a:pt x="8616" y="5611"/>
                    </a:lnTo>
                    <a:cubicBezTo>
                      <a:pt x="6131" y="3282"/>
                      <a:pt x="3273" y="1386"/>
                      <a:pt x="160" y="1"/>
                    </a:cubicBezTo>
                    <a:lnTo>
                      <a:pt x="0" y="361"/>
                    </a:lnTo>
                    <a:cubicBezTo>
                      <a:pt x="3078" y="1731"/>
                      <a:pt x="5904" y="3608"/>
                      <a:pt x="8362" y="5913"/>
                    </a:cubicBezTo>
                    <a:lnTo>
                      <a:pt x="7624" y="6787"/>
                    </a:lnTo>
                    <a:close/>
                  </a:path>
                </a:pathLst>
              </a:custGeom>
              <a:solidFill>
                <a:srgbClr val="e3e9ed"/>
              </a:solidFill>
              <a:ln w="0">
                <a:solidFill>
                  <a:srgbClr val="f1f1f1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endParaRPr>
              </a:p>
            </p:txBody>
          </p:sp>
        </p:grpSp>
      </p:grpSp>
      <p:grpSp>
        <p:nvGrpSpPr>
          <p:cNvPr id="302" name="Google Shape;8973;p71"/>
          <p:cNvGrpSpPr/>
          <p:nvPr/>
        </p:nvGrpSpPr>
        <p:grpSpPr>
          <a:xfrm>
            <a:off x="957240" y="1321560"/>
            <a:ext cx="1423440" cy="1379880"/>
            <a:chOff x="957240" y="1321560"/>
            <a:chExt cx="1423440" cy="1379880"/>
          </a:xfrm>
        </p:grpSpPr>
        <p:sp>
          <p:nvSpPr>
            <p:cNvPr id="303" name="Google Shape;8974;p71"/>
            <p:cNvSpPr/>
            <p:nvPr/>
          </p:nvSpPr>
          <p:spPr>
            <a:xfrm>
              <a:off x="1413720" y="2193480"/>
              <a:ext cx="818280" cy="507960"/>
            </a:xfrm>
            <a:custGeom>
              <a:avLst/>
              <a:gdLst>
                <a:gd name="textAreaLeft" fmla="*/ 0 w 818280"/>
                <a:gd name="textAreaRight" fmla="*/ 818640 w 818280"/>
                <a:gd name="textAreaTop" fmla="*/ 0 h 507960"/>
                <a:gd name="textAreaBottom" fmla="*/ 508320 h 507960"/>
              </a:gdLst>
              <a:ahLst/>
              <a:rect l="textAreaLeft" t="textAreaTop" r="textAreaRight" b="textAreaBottom"/>
              <a:pathLst>
                <a:path fill="none" w="142956" h="80358">
                  <a:moveTo>
                    <a:pt x="0" y="50612"/>
                  </a:moveTo>
                  <a:cubicBezTo>
                    <a:pt x="53053" y="80357"/>
                    <a:pt x="120314" y="56605"/>
                    <a:pt x="142956" y="0"/>
                  </a:cubicBezTo>
                </a:path>
              </a:pathLst>
            </a:custGeom>
            <a:noFill/>
            <a:ln w="9525">
              <a:solidFill>
                <a:srgbClr val="f1f1f1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04" name="Google Shape;8975;p71"/>
            <p:cNvSpPr/>
            <p:nvPr/>
          </p:nvSpPr>
          <p:spPr>
            <a:xfrm>
              <a:off x="1119960" y="1872000"/>
              <a:ext cx="77040" cy="403920"/>
            </a:xfrm>
            <a:custGeom>
              <a:avLst/>
              <a:gdLst>
                <a:gd name="textAreaLeft" fmla="*/ 0 w 77040"/>
                <a:gd name="textAreaRight" fmla="*/ 77400 w 77040"/>
                <a:gd name="textAreaTop" fmla="*/ 0 h 403920"/>
                <a:gd name="textAreaBottom" fmla="*/ 404280 h 403920"/>
              </a:gdLst>
              <a:ahLst/>
              <a:rect l="textAreaLeft" t="textAreaTop" r="textAreaRight" b="textAreaBottom"/>
              <a:pathLst>
                <a:path fill="none" w="13542" h="63931">
                  <a:moveTo>
                    <a:pt x="888" y="0"/>
                  </a:moveTo>
                  <a:cubicBezTo>
                    <a:pt x="223" y="4440"/>
                    <a:pt x="1" y="9102"/>
                    <a:pt x="1" y="13763"/>
                  </a:cubicBezTo>
                  <a:cubicBezTo>
                    <a:pt x="1" y="31300"/>
                    <a:pt x="4662" y="48614"/>
                    <a:pt x="13541" y="63931"/>
                  </a:cubicBezTo>
                </a:path>
              </a:pathLst>
            </a:custGeom>
            <a:noFill/>
            <a:ln w="9525">
              <a:solidFill>
                <a:srgbClr val="f1f1f1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05" name="Google Shape;8976;p71"/>
            <p:cNvSpPr/>
            <p:nvPr/>
          </p:nvSpPr>
          <p:spPr>
            <a:xfrm>
              <a:off x="1199880" y="1321560"/>
              <a:ext cx="1179720" cy="637200"/>
            </a:xfrm>
            <a:custGeom>
              <a:avLst/>
              <a:gdLst>
                <a:gd name="textAreaLeft" fmla="*/ 0 w 1179720"/>
                <a:gd name="textAreaRight" fmla="*/ 1180080 w 1179720"/>
                <a:gd name="textAreaTop" fmla="*/ 0 h 637200"/>
                <a:gd name="textAreaBottom" fmla="*/ 637560 h 637200"/>
              </a:gdLst>
              <a:ahLst/>
              <a:rect l="textAreaLeft" t="textAreaTop" r="textAreaRight" b="textAreaBottom"/>
              <a:pathLst>
                <a:path fill="none" w="205999" h="100781">
                  <a:moveTo>
                    <a:pt x="187352" y="100780"/>
                  </a:moveTo>
                  <a:cubicBezTo>
                    <a:pt x="187352" y="77694"/>
                    <a:pt x="179361" y="55496"/>
                    <a:pt x="165154" y="37738"/>
                  </a:cubicBezTo>
                  <a:lnTo>
                    <a:pt x="187352" y="37738"/>
                  </a:lnTo>
                  <a:cubicBezTo>
                    <a:pt x="197563" y="37738"/>
                    <a:pt x="205998" y="29302"/>
                    <a:pt x="205998" y="18869"/>
                  </a:cubicBezTo>
                  <a:cubicBezTo>
                    <a:pt x="205998" y="8436"/>
                    <a:pt x="197563" y="1"/>
                    <a:pt x="187352" y="1"/>
                  </a:cubicBezTo>
                  <a:lnTo>
                    <a:pt x="91012" y="1"/>
                  </a:lnTo>
                  <a:lnTo>
                    <a:pt x="89681" y="1"/>
                  </a:lnTo>
                  <a:lnTo>
                    <a:pt x="86573" y="1"/>
                  </a:lnTo>
                  <a:cubicBezTo>
                    <a:pt x="51056" y="1"/>
                    <a:pt x="17981" y="18869"/>
                    <a:pt x="0" y="49725"/>
                  </a:cubicBezTo>
                </a:path>
              </a:pathLst>
            </a:custGeom>
            <a:noFill/>
            <a:ln w="9525">
              <a:solidFill>
                <a:srgbClr val="f1f1f1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06" name="Google Shape;8977;p71"/>
            <p:cNvSpPr/>
            <p:nvPr/>
          </p:nvSpPr>
          <p:spPr>
            <a:xfrm>
              <a:off x="2175120" y="1357920"/>
              <a:ext cx="172440" cy="190440"/>
            </a:xfrm>
            <a:custGeom>
              <a:avLst/>
              <a:gdLst>
                <a:gd name="textAreaLeft" fmla="*/ 0 w 172440"/>
                <a:gd name="textAreaRight" fmla="*/ 172800 w 172440"/>
                <a:gd name="textAreaTop" fmla="*/ 0 h 190440"/>
                <a:gd name="textAreaBottom" fmla="*/ 190800 h 190440"/>
              </a:gdLst>
              <a:ahLst/>
              <a:rect l="textAreaLeft" t="textAreaTop" r="textAreaRight" b="textAreaBottom"/>
              <a:pathLst>
                <a:path fill="none" w="30190" h="30190">
                  <a:moveTo>
                    <a:pt x="17315" y="0"/>
                  </a:moveTo>
                  <a:cubicBezTo>
                    <a:pt x="5772" y="0"/>
                    <a:pt x="0" y="13763"/>
                    <a:pt x="7992" y="21977"/>
                  </a:cubicBezTo>
                  <a:cubicBezTo>
                    <a:pt x="16205" y="30190"/>
                    <a:pt x="30190" y="24418"/>
                    <a:pt x="30190" y="12875"/>
                  </a:cubicBezTo>
                  <a:cubicBezTo>
                    <a:pt x="30190" y="5772"/>
                    <a:pt x="24418" y="0"/>
                    <a:pt x="17315" y="0"/>
                  </a:cubicBezTo>
                  <a:close/>
                </a:path>
              </a:pathLst>
            </a:custGeom>
            <a:noFill/>
            <a:ln w="9525">
              <a:solidFill>
                <a:srgbClr val="f1f1f1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07" name="Google Shape;8978;p71"/>
            <p:cNvSpPr/>
            <p:nvPr/>
          </p:nvSpPr>
          <p:spPr>
            <a:xfrm>
              <a:off x="968760" y="1874880"/>
              <a:ext cx="1187280" cy="669600"/>
            </a:xfrm>
            <a:custGeom>
              <a:avLst/>
              <a:gdLst>
                <a:gd name="textAreaLeft" fmla="*/ 0 w 1187280"/>
                <a:gd name="textAreaRight" fmla="*/ 1187640 w 1187280"/>
                <a:gd name="textAreaTop" fmla="*/ 0 h 669600"/>
                <a:gd name="textAreaBottom" fmla="*/ 669960 h 669600"/>
              </a:gdLst>
              <a:ahLst/>
              <a:rect l="textAreaLeft" t="textAreaTop" r="textAreaRight" b="textAreaBottom"/>
              <a:pathLst>
                <a:path fill="none" w="207331" h="105886">
                  <a:moveTo>
                    <a:pt x="39513" y="0"/>
                  </a:moveTo>
                  <a:cubicBezTo>
                    <a:pt x="38847" y="4440"/>
                    <a:pt x="38404" y="8880"/>
                    <a:pt x="38626" y="13319"/>
                  </a:cubicBezTo>
                  <a:cubicBezTo>
                    <a:pt x="38404" y="31300"/>
                    <a:pt x="43953" y="48836"/>
                    <a:pt x="54164" y="63487"/>
                  </a:cubicBezTo>
                  <a:lnTo>
                    <a:pt x="18869" y="63487"/>
                  </a:lnTo>
                  <a:cubicBezTo>
                    <a:pt x="8436" y="63487"/>
                    <a:pt x="1" y="71922"/>
                    <a:pt x="1" y="82355"/>
                  </a:cubicBezTo>
                  <a:cubicBezTo>
                    <a:pt x="1" y="92566"/>
                    <a:pt x="8436" y="101002"/>
                    <a:pt x="18869" y="101002"/>
                  </a:cubicBezTo>
                  <a:lnTo>
                    <a:pt x="116097" y="101002"/>
                  </a:lnTo>
                  <a:cubicBezTo>
                    <a:pt x="154277" y="105885"/>
                    <a:pt x="191126" y="85463"/>
                    <a:pt x="207331" y="50390"/>
                  </a:cubicBezTo>
                </a:path>
              </a:pathLst>
            </a:custGeom>
            <a:noFill/>
            <a:ln w="9525">
              <a:solidFill>
                <a:srgbClr val="f1f1f1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08" name="Google Shape;8979;p71"/>
            <p:cNvSpPr/>
            <p:nvPr/>
          </p:nvSpPr>
          <p:spPr>
            <a:xfrm>
              <a:off x="1283760" y="1351080"/>
              <a:ext cx="918720" cy="607680"/>
            </a:xfrm>
            <a:custGeom>
              <a:avLst/>
              <a:gdLst>
                <a:gd name="textAreaLeft" fmla="*/ 0 w 918720"/>
                <a:gd name="textAreaRight" fmla="*/ 919080 w 918720"/>
                <a:gd name="textAreaTop" fmla="*/ 0 h 607680"/>
                <a:gd name="textAreaBottom" fmla="*/ 608040 h 607680"/>
              </a:gdLst>
              <a:ahLst/>
              <a:rect l="textAreaLeft" t="textAreaTop" r="textAreaRight" b="textAreaBottom"/>
              <a:pathLst>
                <a:path fill="none" w="160493" h="96119">
                  <a:moveTo>
                    <a:pt x="160492" y="96118"/>
                  </a:moveTo>
                  <a:cubicBezTo>
                    <a:pt x="160492" y="57494"/>
                    <a:pt x="135630" y="23530"/>
                    <a:pt x="99003" y="11765"/>
                  </a:cubicBezTo>
                  <a:cubicBezTo>
                    <a:pt x="62377" y="0"/>
                    <a:pt x="22420" y="13097"/>
                    <a:pt x="0" y="44397"/>
                  </a:cubicBezTo>
                </a:path>
              </a:pathLst>
            </a:custGeom>
            <a:noFill/>
            <a:ln w="9525">
              <a:solidFill>
                <a:srgbClr val="f1f1f1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09" name="Google Shape;8980;p71"/>
            <p:cNvSpPr/>
            <p:nvPr/>
          </p:nvSpPr>
          <p:spPr>
            <a:xfrm>
              <a:off x="957240" y="1422720"/>
              <a:ext cx="1187280" cy="1087200"/>
            </a:xfrm>
            <a:custGeom>
              <a:avLst/>
              <a:gdLst>
                <a:gd name="textAreaLeft" fmla="*/ 0 w 1187280"/>
                <a:gd name="textAreaRight" fmla="*/ 1187640 w 1187280"/>
                <a:gd name="textAreaTop" fmla="*/ 0 h 1087200"/>
                <a:gd name="textAreaBottom" fmla="*/ 1087560 h 1087200"/>
              </a:gdLst>
              <a:ahLst/>
              <a:rect l="textAreaLeft" t="textAreaTop" r="textAreaRight" b="textAreaBottom"/>
              <a:pathLst>
                <a:path fill="none" w="205333" h="170260">
                  <a:moveTo>
                    <a:pt x="205333" y="84575"/>
                  </a:moveTo>
                  <a:cubicBezTo>
                    <a:pt x="205333" y="51944"/>
                    <a:pt x="185133" y="22865"/>
                    <a:pt x="154721" y="11322"/>
                  </a:cubicBezTo>
                  <a:cubicBezTo>
                    <a:pt x="124088" y="1"/>
                    <a:pt x="89681" y="8880"/>
                    <a:pt x="68371" y="33520"/>
                  </a:cubicBezTo>
                  <a:lnTo>
                    <a:pt x="18869" y="33520"/>
                  </a:lnTo>
                  <a:cubicBezTo>
                    <a:pt x="8436" y="33520"/>
                    <a:pt x="1" y="41955"/>
                    <a:pt x="1" y="52388"/>
                  </a:cubicBezTo>
                  <a:cubicBezTo>
                    <a:pt x="1" y="62599"/>
                    <a:pt x="8436" y="71034"/>
                    <a:pt x="18869" y="71034"/>
                  </a:cubicBezTo>
                  <a:lnTo>
                    <a:pt x="50612" y="71034"/>
                  </a:lnTo>
                  <a:cubicBezTo>
                    <a:pt x="44175" y="108549"/>
                    <a:pt x="65929" y="145176"/>
                    <a:pt x="101668" y="157607"/>
                  </a:cubicBezTo>
                  <a:cubicBezTo>
                    <a:pt x="137629" y="170260"/>
                    <a:pt x="177363" y="155165"/>
                    <a:pt x="195788" y="121868"/>
                  </a:cubicBezTo>
                </a:path>
              </a:pathLst>
            </a:custGeom>
            <a:noFill/>
            <a:ln w="9525">
              <a:solidFill>
                <a:srgbClr val="f1f1f1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10" name="Google Shape;8981;p71"/>
            <p:cNvSpPr/>
            <p:nvPr/>
          </p:nvSpPr>
          <p:spPr>
            <a:xfrm>
              <a:off x="1204920" y="1521000"/>
              <a:ext cx="1175760" cy="951840"/>
            </a:xfrm>
            <a:custGeom>
              <a:avLst/>
              <a:gdLst>
                <a:gd name="textAreaLeft" fmla="*/ 0 w 1175760"/>
                <a:gd name="textAreaRight" fmla="*/ 1176120 w 1175760"/>
                <a:gd name="textAreaTop" fmla="*/ 0 h 951840"/>
                <a:gd name="textAreaBottom" fmla="*/ 952200 h 951840"/>
              </a:gdLst>
              <a:ahLst/>
              <a:rect l="textAreaLeft" t="textAreaTop" r="textAreaRight" b="textAreaBottom"/>
              <a:pathLst>
                <a:path fill="none" w="205333" h="150504">
                  <a:moveTo>
                    <a:pt x="85685" y="0"/>
                  </a:moveTo>
                  <a:cubicBezTo>
                    <a:pt x="33297" y="222"/>
                    <a:pt x="0" y="56383"/>
                    <a:pt x="25306" y="102333"/>
                  </a:cubicBezTo>
                  <a:cubicBezTo>
                    <a:pt x="50390" y="148283"/>
                    <a:pt x="115652" y="150503"/>
                    <a:pt x="144066" y="106551"/>
                  </a:cubicBezTo>
                  <a:lnTo>
                    <a:pt x="186464" y="106551"/>
                  </a:lnTo>
                  <a:cubicBezTo>
                    <a:pt x="196897" y="106551"/>
                    <a:pt x="205332" y="98116"/>
                    <a:pt x="205332" y="87683"/>
                  </a:cubicBezTo>
                  <a:cubicBezTo>
                    <a:pt x="205332" y="77250"/>
                    <a:pt x="196897" y="68814"/>
                    <a:pt x="186464" y="68814"/>
                  </a:cubicBezTo>
                  <a:lnTo>
                    <a:pt x="154943" y="68814"/>
                  </a:lnTo>
                  <a:cubicBezTo>
                    <a:pt x="154721" y="30856"/>
                    <a:pt x="123865" y="0"/>
                    <a:pt x="85685" y="0"/>
                  </a:cubicBezTo>
                  <a:close/>
                </a:path>
              </a:pathLst>
            </a:custGeom>
            <a:noFill/>
            <a:ln w="9525">
              <a:solidFill>
                <a:srgbClr val="f1f1f1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11" name="Google Shape;8982;p71"/>
            <p:cNvSpPr/>
            <p:nvPr/>
          </p:nvSpPr>
          <p:spPr>
            <a:xfrm>
              <a:off x="2175120" y="1989720"/>
              <a:ext cx="172440" cy="190440"/>
            </a:xfrm>
            <a:custGeom>
              <a:avLst/>
              <a:gdLst>
                <a:gd name="textAreaLeft" fmla="*/ 0 w 172440"/>
                <a:gd name="textAreaRight" fmla="*/ 172800 w 172440"/>
                <a:gd name="textAreaTop" fmla="*/ 0 h 190440"/>
                <a:gd name="textAreaBottom" fmla="*/ 190800 h 190440"/>
              </a:gdLst>
              <a:ahLst/>
              <a:rect l="textAreaLeft" t="textAreaTop" r="textAreaRight" b="textAreaBottom"/>
              <a:pathLst>
                <a:path fill="none" w="30190" h="30191">
                  <a:moveTo>
                    <a:pt x="17315" y="1"/>
                  </a:moveTo>
                  <a:cubicBezTo>
                    <a:pt x="5772" y="1"/>
                    <a:pt x="0" y="13764"/>
                    <a:pt x="7992" y="21977"/>
                  </a:cubicBezTo>
                  <a:cubicBezTo>
                    <a:pt x="16205" y="30190"/>
                    <a:pt x="30190" y="24419"/>
                    <a:pt x="30190" y="12876"/>
                  </a:cubicBezTo>
                  <a:cubicBezTo>
                    <a:pt x="30190" y="5772"/>
                    <a:pt x="24418" y="1"/>
                    <a:pt x="17315" y="1"/>
                  </a:cubicBezTo>
                  <a:close/>
                </a:path>
              </a:pathLst>
            </a:custGeom>
            <a:noFill/>
            <a:ln w="9525">
              <a:solidFill>
                <a:srgbClr val="f1f1f1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12" name="Google Shape;8983;p71"/>
            <p:cNvSpPr/>
            <p:nvPr/>
          </p:nvSpPr>
          <p:spPr>
            <a:xfrm>
              <a:off x="1370520" y="1623240"/>
              <a:ext cx="658080" cy="704520"/>
            </a:xfrm>
            <a:custGeom>
              <a:avLst/>
              <a:gdLst>
                <a:gd name="textAreaLeft" fmla="*/ 0 w 658080"/>
                <a:gd name="textAreaRight" fmla="*/ 658440 w 658080"/>
                <a:gd name="textAreaTop" fmla="*/ 0 h 704520"/>
                <a:gd name="textAreaBottom" fmla="*/ 704880 h 704520"/>
              </a:gdLst>
              <a:ahLst/>
              <a:rect l="textAreaLeft" t="textAreaTop" r="textAreaRight" b="textAreaBottom"/>
              <a:pathLst>
                <a:path fill="none" w="114987" h="111436">
                  <a:moveTo>
                    <a:pt x="56828" y="1"/>
                  </a:moveTo>
                  <a:cubicBezTo>
                    <a:pt x="31744" y="1"/>
                    <a:pt x="9990" y="17759"/>
                    <a:pt x="4884" y="42621"/>
                  </a:cubicBezTo>
                  <a:cubicBezTo>
                    <a:pt x="1" y="67483"/>
                    <a:pt x="13320" y="92123"/>
                    <a:pt x="36628" y="101890"/>
                  </a:cubicBezTo>
                  <a:cubicBezTo>
                    <a:pt x="59936" y="111435"/>
                    <a:pt x="87017" y="103444"/>
                    <a:pt x="101002" y="82356"/>
                  </a:cubicBezTo>
                  <a:cubicBezTo>
                    <a:pt x="114987" y="61268"/>
                    <a:pt x="112323" y="33298"/>
                    <a:pt x="94343" y="15539"/>
                  </a:cubicBezTo>
                  <a:cubicBezTo>
                    <a:pt x="84353" y="5550"/>
                    <a:pt x="71035" y="1"/>
                    <a:pt x="56828" y="1"/>
                  </a:cubicBezTo>
                  <a:close/>
                </a:path>
              </a:pathLst>
            </a:custGeom>
            <a:noFill/>
            <a:ln w="9525">
              <a:solidFill>
                <a:srgbClr val="f1f1f1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13" name="Google Shape;8984;p71"/>
            <p:cNvSpPr/>
            <p:nvPr/>
          </p:nvSpPr>
          <p:spPr>
            <a:xfrm>
              <a:off x="976320" y="2311560"/>
              <a:ext cx="172440" cy="191880"/>
            </a:xfrm>
            <a:custGeom>
              <a:avLst/>
              <a:gdLst>
                <a:gd name="textAreaLeft" fmla="*/ 0 w 172440"/>
                <a:gd name="textAreaRight" fmla="*/ 172800 w 172440"/>
                <a:gd name="textAreaTop" fmla="*/ 0 h 191880"/>
                <a:gd name="textAreaBottom" fmla="*/ 192240 h 191880"/>
              </a:gdLst>
              <a:ahLst/>
              <a:rect l="textAreaLeft" t="textAreaTop" r="textAreaRight" b="textAreaBottom"/>
              <a:pathLst>
                <a:path fill="none" w="30191" h="30412">
                  <a:moveTo>
                    <a:pt x="17315" y="0"/>
                  </a:moveTo>
                  <a:cubicBezTo>
                    <a:pt x="5772" y="0"/>
                    <a:pt x="1" y="13985"/>
                    <a:pt x="7992" y="22199"/>
                  </a:cubicBezTo>
                  <a:cubicBezTo>
                    <a:pt x="16205" y="30412"/>
                    <a:pt x="30190" y="24640"/>
                    <a:pt x="30190" y="13097"/>
                  </a:cubicBezTo>
                  <a:cubicBezTo>
                    <a:pt x="30190" y="5772"/>
                    <a:pt x="24419" y="0"/>
                    <a:pt x="17315" y="0"/>
                  </a:cubicBezTo>
                  <a:close/>
                </a:path>
              </a:pathLst>
            </a:custGeom>
            <a:noFill/>
            <a:ln w="9525">
              <a:solidFill>
                <a:srgbClr val="f1f1f1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14" name="Google Shape;8985;p71"/>
            <p:cNvSpPr/>
            <p:nvPr/>
          </p:nvSpPr>
          <p:spPr>
            <a:xfrm>
              <a:off x="976320" y="1675440"/>
              <a:ext cx="172440" cy="190440"/>
            </a:xfrm>
            <a:custGeom>
              <a:avLst/>
              <a:gdLst>
                <a:gd name="textAreaLeft" fmla="*/ 0 w 172440"/>
                <a:gd name="textAreaRight" fmla="*/ 172800 w 172440"/>
                <a:gd name="textAreaTop" fmla="*/ 0 h 190440"/>
                <a:gd name="textAreaBottom" fmla="*/ 190800 h 190440"/>
              </a:gdLst>
              <a:ahLst/>
              <a:rect l="textAreaLeft" t="textAreaTop" r="textAreaRight" b="textAreaBottom"/>
              <a:pathLst>
                <a:path fill="none" w="30191" h="30190">
                  <a:moveTo>
                    <a:pt x="17315" y="0"/>
                  </a:moveTo>
                  <a:cubicBezTo>
                    <a:pt x="5772" y="0"/>
                    <a:pt x="1" y="13985"/>
                    <a:pt x="8214" y="22198"/>
                  </a:cubicBezTo>
                  <a:cubicBezTo>
                    <a:pt x="16205" y="30189"/>
                    <a:pt x="30190" y="24418"/>
                    <a:pt x="30190" y="12875"/>
                  </a:cubicBezTo>
                  <a:cubicBezTo>
                    <a:pt x="30190" y="5772"/>
                    <a:pt x="24419" y="0"/>
                    <a:pt x="17315" y="0"/>
                  </a:cubicBezTo>
                  <a:close/>
                </a:path>
              </a:pathLst>
            </a:custGeom>
            <a:noFill/>
            <a:ln w="9525">
              <a:solidFill>
                <a:srgbClr val="f1f1f1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</p:grpSp>
      <p:sp>
        <p:nvSpPr>
          <p:cNvPr id="315" name="TextBox 4"/>
          <p:cNvSpPr/>
          <p:nvPr/>
        </p:nvSpPr>
        <p:spPr>
          <a:xfrm>
            <a:off x="1523520" y="1743120"/>
            <a:ext cx="350280" cy="45540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fr-FR" sz="2400" spc="-1" strike="noStrike">
                <a:solidFill>
                  <a:schemeClr val="dk2"/>
                </a:solidFill>
                <a:latin typeface="Arial"/>
                <a:ea typeface="Arial"/>
              </a:rPr>
              <a:t>1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" name="TextBox 6"/>
          <p:cNvSpPr/>
          <p:nvPr/>
        </p:nvSpPr>
        <p:spPr>
          <a:xfrm>
            <a:off x="4358160" y="1687680"/>
            <a:ext cx="3524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fr-FR" sz="2400" spc="-1" strike="noStrike">
                <a:solidFill>
                  <a:schemeClr val="dk2"/>
                </a:solidFill>
                <a:latin typeface="Arial"/>
                <a:ea typeface="Arial"/>
              </a:rPr>
              <a:t>2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" name="TextBox 7"/>
          <p:cNvSpPr/>
          <p:nvPr/>
        </p:nvSpPr>
        <p:spPr>
          <a:xfrm>
            <a:off x="7152480" y="1711080"/>
            <a:ext cx="3502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fr-FR" sz="2400" spc="-1" strike="noStrike">
                <a:solidFill>
                  <a:schemeClr val="dk2"/>
                </a:solidFill>
                <a:latin typeface="Arial"/>
                <a:ea typeface="Arial"/>
              </a:rPr>
              <a:t>3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8" name="Google Shape;1134;p57"/>
          <p:cNvGrpSpPr/>
          <p:nvPr/>
        </p:nvGrpSpPr>
        <p:grpSpPr>
          <a:xfrm>
            <a:off x="4572000" y="1169280"/>
            <a:ext cx="3852000" cy="2933640"/>
            <a:chOff x="4572000" y="1169280"/>
            <a:chExt cx="3852000" cy="2933640"/>
          </a:xfrm>
        </p:grpSpPr>
        <p:sp>
          <p:nvSpPr>
            <p:cNvPr id="319" name="Google Shape;1135;p57"/>
            <p:cNvSpPr/>
            <p:nvPr/>
          </p:nvSpPr>
          <p:spPr>
            <a:xfrm>
              <a:off x="4572000" y="1169280"/>
              <a:ext cx="3852000" cy="2436840"/>
            </a:xfrm>
            <a:prstGeom prst="roundRect">
              <a:avLst>
                <a:gd name="adj" fmla="val 3857"/>
              </a:avLst>
            </a:prstGeom>
            <a:noFill/>
            <a:ln w="19050">
              <a:solidFill>
                <a:srgbClr val="ff3c1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20" name="Google Shape;1136;p57"/>
            <p:cNvSpPr/>
            <p:nvPr/>
          </p:nvSpPr>
          <p:spPr>
            <a:xfrm>
              <a:off x="4598280" y="1195920"/>
              <a:ext cx="3799440" cy="2383560"/>
            </a:xfrm>
            <a:prstGeom prst="roundRect">
              <a:avLst>
                <a:gd name="adj" fmla="val 3282"/>
              </a:avLst>
            </a:prstGeom>
            <a:noFill/>
            <a:ln w="19050">
              <a:solidFill>
                <a:srgbClr val="ff3c1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21" name="Google Shape;1137;p57"/>
            <p:cNvSpPr/>
            <p:nvPr/>
          </p:nvSpPr>
          <p:spPr>
            <a:xfrm>
              <a:off x="5838840" y="3606480"/>
              <a:ext cx="1315080" cy="496440"/>
            </a:xfrm>
            <a:custGeom>
              <a:avLst/>
              <a:gdLst>
                <a:gd name="textAreaLeft" fmla="*/ 0 w 1315080"/>
                <a:gd name="textAreaRight" fmla="*/ 1315440 w 1315080"/>
                <a:gd name="textAreaTop" fmla="*/ 0 h 496440"/>
                <a:gd name="textAreaBottom" fmla="*/ 496800 h 496440"/>
              </a:gdLst>
              <a:ahLst/>
              <a:rect l="textAreaLeft" t="textAreaTop" r="textAreaRight" b="textAreaBottom"/>
              <a:pathLst>
                <a:path w="65999" h="24926">
                  <a:moveTo>
                    <a:pt x="13372" y="0"/>
                  </a:moveTo>
                  <a:cubicBezTo>
                    <a:pt x="13051" y="1881"/>
                    <a:pt x="12653" y="8225"/>
                    <a:pt x="11445" y="11283"/>
                  </a:cubicBezTo>
                  <a:cubicBezTo>
                    <a:pt x="10237" y="14341"/>
                    <a:pt x="7883" y="16511"/>
                    <a:pt x="6125" y="18346"/>
                  </a:cubicBezTo>
                  <a:cubicBezTo>
                    <a:pt x="4367" y="20181"/>
                    <a:pt x="1875" y="21297"/>
                    <a:pt x="896" y="22291"/>
                  </a:cubicBezTo>
                  <a:cubicBezTo>
                    <a:pt x="-82" y="23285"/>
                    <a:pt x="-174" y="23896"/>
                    <a:pt x="254" y="24309"/>
                  </a:cubicBezTo>
                  <a:cubicBezTo>
                    <a:pt x="682" y="24722"/>
                    <a:pt x="805" y="24692"/>
                    <a:pt x="3465" y="24768"/>
                  </a:cubicBezTo>
                  <a:cubicBezTo>
                    <a:pt x="6125" y="24845"/>
                    <a:pt x="10925" y="24768"/>
                    <a:pt x="16215" y="24768"/>
                  </a:cubicBezTo>
                  <a:cubicBezTo>
                    <a:pt x="21505" y="24768"/>
                    <a:pt x="28630" y="24768"/>
                    <a:pt x="35204" y="24768"/>
                  </a:cubicBezTo>
                  <a:cubicBezTo>
                    <a:pt x="41778" y="24768"/>
                    <a:pt x="50783" y="24768"/>
                    <a:pt x="55660" y="24768"/>
                  </a:cubicBezTo>
                  <a:cubicBezTo>
                    <a:pt x="60537" y="24768"/>
                    <a:pt x="62754" y="25104"/>
                    <a:pt x="64466" y="24768"/>
                  </a:cubicBezTo>
                  <a:cubicBezTo>
                    <a:pt x="66178" y="24432"/>
                    <a:pt x="66056" y="23346"/>
                    <a:pt x="65934" y="22750"/>
                  </a:cubicBezTo>
                  <a:cubicBezTo>
                    <a:pt x="65812" y="22154"/>
                    <a:pt x="65353" y="22765"/>
                    <a:pt x="63732" y="21190"/>
                  </a:cubicBezTo>
                  <a:cubicBezTo>
                    <a:pt x="62111" y="19615"/>
                    <a:pt x="57999" y="16512"/>
                    <a:pt x="56210" y="13301"/>
                  </a:cubicBezTo>
                  <a:cubicBezTo>
                    <a:pt x="54421" y="10091"/>
                    <a:pt x="53505" y="4083"/>
                    <a:pt x="53000" y="1927"/>
                  </a:cubicBezTo>
                  <a:cubicBezTo>
                    <a:pt x="52496" y="-229"/>
                    <a:pt x="53153" y="627"/>
                    <a:pt x="53183" y="367"/>
                  </a:cubicBezTo>
                </a:path>
              </a:pathLst>
            </a:custGeom>
            <a:noFill/>
            <a:ln w="19050">
              <a:solidFill>
                <a:srgbClr val="ff3c1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cxnSp>
          <p:nvCxnSpPr>
            <p:cNvPr id="322" name="Google Shape;1138;p57"/>
            <p:cNvCxnSpPr/>
            <p:nvPr/>
          </p:nvCxnSpPr>
          <p:spPr>
            <a:xfrm>
              <a:off x="5852880" y="4056120"/>
              <a:ext cx="1296720" cy="360"/>
            </a:xfrm>
            <a:prstGeom prst="straightConnector1">
              <a:avLst/>
            </a:prstGeom>
            <a:ln w="19050">
              <a:solidFill>
                <a:srgbClr val="ff3c1c"/>
              </a:solidFill>
              <a:round/>
            </a:ln>
          </p:spPr>
        </p:cxnSp>
        <p:sp>
          <p:nvSpPr>
            <p:cNvPr id="323" name="Google Shape;1139;p57"/>
            <p:cNvSpPr/>
            <p:nvPr/>
          </p:nvSpPr>
          <p:spPr>
            <a:xfrm>
              <a:off x="4704480" y="1292400"/>
              <a:ext cx="3590280" cy="2189160"/>
            </a:xfrm>
            <a:prstGeom prst="rect">
              <a:avLst/>
            </a:prstGeom>
            <a:noFill/>
            <a:ln w="19050">
              <a:solidFill>
                <a:srgbClr val="ff3c1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</p:grpSp>
      <p:sp>
        <p:nvSpPr>
          <p:cNvPr id="324" name="PlaceHolder 1"/>
          <p:cNvSpPr>
            <a:spLocks noGrp="1"/>
          </p:cNvSpPr>
          <p:nvPr>
            <p:ph type="title"/>
          </p:nvPr>
        </p:nvSpPr>
        <p:spPr>
          <a:xfrm>
            <a:off x="319320" y="654840"/>
            <a:ext cx="3852000" cy="5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600" spc="-1" strike="noStrike">
                <a:solidFill>
                  <a:schemeClr val="lt2"/>
                </a:solidFill>
                <a:latin typeface="Raleway ExtraBold"/>
                <a:ea typeface="Raleway ExtraBold"/>
              </a:rPr>
              <a:t>FUNCTIONING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5" name="Google Shape;1141;p57" descr=""/>
          <p:cNvPicPr/>
          <p:nvPr/>
        </p:nvPicPr>
        <p:blipFill>
          <a:blip r:embed="rId1"/>
          <a:srcRect l="0" t="19067" r="0" b="19067"/>
          <a:stretch/>
        </p:blipFill>
        <p:spPr>
          <a:xfrm>
            <a:off x="4725720" y="1289520"/>
            <a:ext cx="3582000" cy="2181960"/>
          </a:xfrm>
          <a:prstGeom prst="rect">
            <a:avLst/>
          </a:prstGeom>
          <a:ln w="9525">
            <a:solidFill>
              <a:srgbClr val="ff3c1c"/>
            </a:solidFill>
            <a:round/>
          </a:ln>
        </p:spPr>
      </p:pic>
      <p:sp>
        <p:nvSpPr>
          <p:cNvPr id="326" name="TextBox 1"/>
          <p:cNvSpPr/>
          <p:nvPr/>
        </p:nvSpPr>
        <p:spPr>
          <a:xfrm>
            <a:off x="148680" y="1289520"/>
            <a:ext cx="37486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fr-FR" sz="2000" spc="-1" strike="noStrike">
                <a:solidFill>
                  <a:schemeClr val="dk1"/>
                </a:solidFill>
                <a:latin typeface="Arial"/>
                <a:ea typeface="Arial"/>
              </a:rPr>
              <a:t>Browsers : </a:t>
            </a:r>
            <a:r>
              <a:rPr b="0" lang="fr-FR" sz="2000" spc="-1" strike="noStrike">
                <a:solidFill>
                  <a:schemeClr val="dk2"/>
                </a:solidFill>
                <a:latin typeface="Arial"/>
                <a:ea typeface="Arial"/>
              </a:rPr>
              <a:t>Tor</a:t>
            </a:r>
            <a:r>
              <a:rPr b="0" lang="fr-FR" sz="2000" spc="-1" strike="noStrike">
                <a:solidFill>
                  <a:schemeClr val="dk1"/>
                </a:solidFill>
                <a:latin typeface="Arial"/>
                <a:ea typeface="Arial"/>
              </a:rPr>
              <a:t> or </a:t>
            </a:r>
            <a:r>
              <a:rPr b="0" lang="fr-FR" sz="2000" spc="-1" strike="noStrike">
                <a:solidFill>
                  <a:schemeClr val="dk2"/>
                </a:solidFill>
                <a:latin typeface="Arial"/>
                <a:ea typeface="Arial"/>
              </a:rPr>
              <a:t>I2P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" name="TextBox 3"/>
          <p:cNvSpPr/>
          <p:nvPr/>
        </p:nvSpPr>
        <p:spPr>
          <a:xfrm>
            <a:off x="131040" y="1689120"/>
            <a:ext cx="39974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fr-FR" sz="2000" spc="-1" strike="noStrike">
                <a:solidFill>
                  <a:schemeClr val="lt2"/>
                </a:solidFill>
                <a:latin typeface="Arial"/>
                <a:ea typeface="Arial"/>
              </a:rPr>
              <a:t>Domain Extension : </a:t>
            </a:r>
            <a:r>
              <a:rPr b="0" lang="fr-FR" sz="2000" spc="-1" strike="noStrike">
                <a:solidFill>
                  <a:schemeClr val="dk2"/>
                </a:solidFill>
                <a:latin typeface="Arial"/>
                <a:ea typeface="Arial"/>
              </a:rPr>
              <a:t>.onion </a:t>
            </a:r>
            <a:r>
              <a:rPr b="0" lang="fr-FR" sz="2000" spc="-1" strike="noStrike">
                <a:solidFill>
                  <a:schemeClr val="dk1"/>
                </a:solidFill>
                <a:latin typeface="Arial"/>
                <a:ea typeface="Arial"/>
              </a:rPr>
              <a:t>or </a:t>
            </a:r>
            <a:r>
              <a:rPr b="0" lang="fr-FR" sz="2000" spc="-1" strike="noStrike">
                <a:solidFill>
                  <a:schemeClr val="dk2"/>
                </a:solidFill>
                <a:latin typeface="Arial"/>
                <a:ea typeface="Arial"/>
              </a:rPr>
              <a:t>.i2p</a:t>
            </a:r>
            <a:r>
              <a:rPr b="0" lang="fr-FR" sz="2000" spc="-1" strike="noStrike">
                <a:solidFill>
                  <a:schemeClr val="lt2"/>
                </a:solidFill>
                <a:latin typeface="Arial"/>
                <a:ea typeface="Arial"/>
              </a:rPr>
              <a:t> 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8" name="TextBox 4"/>
          <p:cNvSpPr/>
          <p:nvPr/>
        </p:nvSpPr>
        <p:spPr>
          <a:xfrm>
            <a:off x="321120" y="2571840"/>
            <a:ext cx="2512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9" name="TextBox 5"/>
          <p:cNvSpPr/>
          <p:nvPr/>
        </p:nvSpPr>
        <p:spPr>
          <a:xfrm>
            <a:off x="112680" y="2088360"/>
            <a:ext cx="38343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fr-FR" sz="2000" spc="-1" strike="noStrike">
                <a:solidFill>
                  <a:schemeClr val="dk1"/>
                </a:solidFill>
                <a:latin typeface="Arial"/>
                <a:ea typeface="Arial"/>
              </a:rPr>
              <a:t>VPN : </a:t>
            </a:r>
            <a:r>
              <a:rPr b="0" lang="fr-FR" sz="2000" spc="-1" strike="noStrike">
                <a:solidFill>
                  <a:schemeClr val="dk2"/>
                </a:solidFill>
                <a:latin typeface="Arial"/>
                <a:ea typeface="Arial"/>
              </a:rPr>
              <a:t>NordVPN </a:t>
            </a:r>
            <a:r>
              <a:rPr b="0" lang="fr-FR" sz="2000" spc="-1" strike="noStrike">
                <a:solidFill>
                  <a:schemeClr val="dk1"/>
                </a:solidFill>
                <a:latin typeface="Arial"/>
                <a:ea typeface="Arial"/>
              </a:rPr>
              <a:t>or </a:t>
            </a:r>
            <a:r>
              <a:rPr b="0" lang="fr-FR" sz="2000" spc="-1" strike="noStrike">
                <a:solidFill>
                  <a:schemeClr val="dk2"/>
                </a:solidFill>
                <a:latin typeface="Arial"/>
                <a:ea typeface="Arial"/>
              </a:rPr>
              <a:t>ExpressVPN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TextBox 6"/>
          <p:cNvSpPr/>
          <p:nvPr/>
        </p:nvSpPr>
        <p:spPr>
          <a:xfrm>
            <a:off x="140760" y="3501000"/>
            <a:ext cx="350208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fr-FR" sz="2000" spc="-1" strike="noStrike">
                <a:solidFill>
                  <a:schemeClr val="dk1"/>
                </a:solidFill>
                <a:latin typeface="Arial"/>
                <a:ea typeface="Arial"/>
              </a:rPr>
              <a:t>To Start : </a:t>
            </a:r>
            <a:r>
              <a:rPr b="0" lang="fr-FR" sz="2000" spc="-1" strike="noStrike">
                <a:solidFill>
                  <a:schemeClr val="dk2"/>
                </a:solidFill>
                <a:latin typeface="Arial"/>
                <a:ea typeface="Arial"/>
              </a:rPr>
              <a:t>The Hidden Wiki </a:t>
            </a:r>
            <a:r>
              <a:rPr b="0" lang="fr-FR" sz="2000" spc="-1" strike="noStrike">
                <a:solidFill>
                  <a:schemeClr val="dk1"/>
                </a:solidFill>
                <a:latin typeface="Arial"/>
                <a:ea typeface="Arial"/>
              </a:rPr>
              <a:t>or 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2000" spc="-1" strike="noStrike">
                <a:solidFill>
                  <a:schemeClr val="dk2"/>
                </a:solidFill>
                <a:latin typeface="Arial"/>
                <a:ea typeface="Arial"/>
              </a:rPr>
              <a:t>	</a:t>
            </a:r>
            <a:r>
              <a:rPr b="0" lang="fr-FR" sz="2000" spc="-1" strike="noStrike">
                <a:solidFill>
                  <a:schemeClr val="dk2"/>
                </a:solidFill>
                <a:latin typeface="Arial"/>
                <a:ea typeface="Arial"/>
              </a:rPr>
              <a:t>    </a:t>
            </a:r>
            <a:r>
              <a:rPr b="0" lang="fr-FR" sz="2000" spc="-1" strike="noStrike">
                <a:solidFill>
                  <a:schemeClr val="dk2"/>
                </a:solidFill>
                <a:latin typeface="Arial"/>
                <a:ea typeface="Arial"/>
              </a:rPr>
              <a:t>Dark Web Links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1" name="TextBox 8"/>
          <p:cNvSpPr/>
          <p:nvPr/>
        </p:nvSpPr>
        <p:spPr>
          <a:xfrm>
            <a:off x="123840" y="2487960"/>
            <a:ext cx="301788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fr-FR" sz="2000" spc="-1" strike="noStrike">
                <a:solidFill>
                  <a:schemeClr val="dk1"/>
                </a:solidFill>
                <a:latin typeface="Arial"/>
                <a:ea typeface="Arial"/>
              </a:rPr>
              <a:t>Fundamental base : 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2000" spc="-1" strike="noStrike">
                <a:solidFill>
                  <a:schemeClr val="dk1"/>
                </a:solidFill>
                <a:latin typeface="Arial"/>
                <a:ea typeface="Arial"/>
              </a:rPr>
              <a:t>	</a:t>
            </a:r>
            <a:r>
              <a:rPr b="0" lang="fr-FR" sz="2000" spc="-1" strike="noStrike">
                <a:solidFill>
                  <a:schemeClr val="dk1"/>
                </a:solidFill>
                <a:latin typeface="Arial"/>
                <a:ea typeface="Arial"/>
              </a:rPr>
              <a:t>- </a:t>
            </a:r>
            <a:r>
              <a:rPr b="0" lang="fr-FR" sz="2000" spc="-1" strike="noStrike">
                <a:solidFill>
                  <a:schemeClr val="dk2"/>
                </a:solidFill>
                <a:latin typeface="Arial"/>
                <a:ea typeface="Arial"/>
              </a:rPr>
              <a:t>Anonymization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2000" spc="-1" strike="noStrike">
                <a:solidFill>
                  <a:schemeClr val="dk2"/>
                </a:solidFill>
                <a:latin typeface="Arial"/>
                <a:ea typeface="Arial"/>
              </a:rPr>
              <a:t>	</a:t>
            </a:r>
            <a:r>
              <a:rPr b="0" lang="fr-FR" sz="2000" spc="-1" strike="noStrike">
                <a:solidFill>
                  <a:schemeClr val="dk1"/>
                </a:solidFill>
                <a:latin typeface="Arial"/>
                <a:ea typeface="Arial"/>
              </a:rPr>
              <a:t>- </a:t>
            </a:r>
            <a:r>
              <a:rPr b="0" lang="fr-FR" sz="2000" spc="-1" strike="noStrike">
                <a:solidFill>
                  <a:schemeClr val="dk2"/>
                </a:solidFill>
                <a:latin typeface="Arial"/>
                <a:ea typeface="Arial"/>
              </a:rPr>
              <a:t>Freedom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937;p46"/>
          <p:cNvSpPr/>
          <p:nvPr/>
        </p:nvSpPr>
        <p:spPr>
          <a:xfrm>
            <a:off x="3815640" y="2148480"/>
            <a:ext cx="1512720" cy="151272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333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600" spc="-1" strike="noStrike">
                <a:solidFill>
                  <a:schemeClr val="lt2"/>
                </a:solidFill>
                <a:latin typeface="Raleway ExtraBold"/>
                <a:ea typeface="Raleway ExtraBold"/>
              </a:rPr>
              <a:t>CONTENTS AND SERVICE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34" name="Google Shape;939;p46"/>
          <p:cNvGrpSpPr/>
          <p:nvPr/>
        </p:nvGrpSpPr>
        <p:grpSpPr>
          <a:xfrm>
            <a:off x="0" y="1532880"/>
            <a:ext cx="2931840" cy="2743560"/>
            <a:chOff x="0" y="1532880"/>
            <a:chExt cx="2931840" cy="2743560"/>
          </a:xfrm>
        </p:grpSpPr>
        <p:sp>
          <p:nvSpPr>
            <p:cNvPr id="335" name="Google Shape;940;p46"/>
            <p:cNvSpPr/>
            <p:nvPr/>
          </p:nvSpPr>
          <p:spPr>
            <a:xfrm>
              <a:off x="137160" y="1532880"/>
              <a:ext cx="2074320" cy="484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bIns="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r>
                <a:rPr b="0" lang="en" sz="2000" spc="-1" strike="noStrike">
                  <a:solidFill>
                    <a:srgbClr val="ff3c1c"/>
                  </a:solidFill>
                  <a:latin typeface="Raleway ExtraBold"/>
                  <a:ea typeface="Raleway ExtraBold"/>
                </a:rPr>
                <a:t>Black Market</a:t>
              </a:r>
              <a:endParaRPr b="0" lang="en-US" sz="20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6" name="Google Shape;941;p46"/>
            <p:cNvSpPr/>
            <p:nvPr/>
          </p:nvSpPr>
          <p:spPr>
            <a:xfrm>
              <a:off x="0" y="2017440"/>
              <a:ext cx="2931840" cy="484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bIns="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" sz="1600" spc="-1" strike="noStrike">
                  <a:solidFill>
                    <a:srgbClr val="f1f1f1"/>
                  </a:solidFill>
                  <a:latin typeface="Sarabun"/>
                  <a:ea typeface="Sarabun"/>
                </a:rPr>
                <a:t>Illegal goods : weapons,counterfeit documents</a:t>
              </a:r>
              <a:endParaRPr b="0" lang="en-US" sz="16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7" name="Google Shape;942;p46"/>
            <p:cNvSpPr/>
            <p:nvPr/>
          </p:nvSpPr>
          <p:spPr>
            <a:xfrm>
              <a:off x="24120" y="3213720"/>
              <a:ext cx="2211480" cy="484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bIns="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r>
                <a:rPr b="0" lang="en" sz="2000" spc="-1" strike="noStrike">
                  <a:solidFill>
                    <a:srgbClr val="ff3c1c"/>
                  </a:solidFill>
                  <a:latin typeface="Raleway ExtraBold"/>
                  <a:ea typeface="Raleway ExtraBold"/>
                </a:rPr>
                <a:t>Discussion Forums</a:t>
              </a:r>
              <a:endParaRPr b="0" lang="en-US" sz="20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8" name="Google Shape;943;p46"/>
            <p:cNvSpPr/>
            <p:nvPr/>
          </p:nvSpPr>
          <p:spPr>
            <a:xfrm>
              <a:off x="24120" y="3792240"/>
              <a:ext cx="2907720" cy="484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bIns="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fr-FR" sz="1600" spc="-1" strike="noStrike">
                  <a:solidFill>
                    <a:srgbClr val="f1f1f1"/>
                  </a:solidFill>
                  <a:latin typeface="Sarabun"/>
                  <a:ea typeface="Sarabun"/>
                </a:rPr>
                <a:t>Exchanging idea on various topics</a:t>
              </a:r>
              <a:endParaRPr b="0" lang="en-US" sz="16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339" name="Google Shape;944;p46"/>
          <p:cNvSpPr/>
          <p:nvPr/>
        </p:nvSpPr>
        <p:spPr>
          <a:xfrm flipH="1">
            <a:off x="6932160" y="1532880"/>
            <a:ext cx="207432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-FR" sz="2000" spc="-1" strike="noStrike">
                <a:solidFill>
                  <a:srgbClr val="ff3c1c"/>
                </a:solidFill>
                <a:latin typeface="Raleway ExtraBold"/>
                <a:ea typeface="Raleway ExtraBold"/>
              </a:rPr>
              <a:t>Sensitive Content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0" name="Google Shape;945;p46"/>
          <p:cNvSpPr/>
          <p:nvPr/>
        </p:nvSpPr>
        <p:spPr>
          <a:xfrm flipH="1">
            <a:off x="6931440" y="2017440"/>
            <a:ext cx="149148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-FR" sz="1600" spc="-1" strike="noStrike">
                <a:solidFill>
                  <a:srgbClr val="f1f1f1"/>
                </a:solidFill>
                <a:latin typeface="Sarabun"/>
                <a:ea typeface="Sarabun"/>
              </a:rPr>
              <a:t>Image or Video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1" name="Google Shape;946;p46"/>
          <p:cNvSpPr/>
          <p:nvPr/>
        </p:nvSpPr>
        <p:spPr>
          <a:xfrm flipH="1">
            <a:off x="6931440" y="3307680"/>
            <a:ext cx="196020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2000" spc="-1" strike="noStrike">
                <a:solidFill>
                  <a:srgbClr val="ff3c1c"/>
                </a:solidFill>
                <a:latin typeface="Raleway ExtraBold"/>
                <a:ea typeface="Raleway ExtraBold"/>
              </a:rPr>
              <a:t>Whistleblowing Plateforms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2" name="Google Shape;947;p46"/>
          <p:cNvSpPr/>
          <p:nvPr/>
        </p:nvSpPr>
        <p:spPr>
          <a:xfrm flipH="1">
            <a:off x="6876000" y="3902760"/>
            <a:ext cx="218736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-FR" sz="1600" spc="-1" strike="noStrike">
                <a:solidFill>
                  <a:srgbClr val="f1f1f1"/>
                </a:solidFill>
                <a:latin typeface="Sarabun"/>
                <a:ea typeface="Sarabun"/>
              </a:rPr>
              <a:t>Corruption,Human abuse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343" name="Google Shape;948;p46"/>
          <p:cNvCxnSpPr>
            <a:stCxn id="335" idx="3"/>
          </p:cNvCxnSpPr>
          <p:nvPr/>
        </p:nvCxnSpPr>
        <p:spPr>
          <a:xfrm>
            <a:off x="2211480" y="1774800"/>
            <a:ext cx="1783080" cy="729720"/>
          </a:xfrm>
          <a:prstGeom prst="bentConnector3">
            <a:avLst>
              <a:gd name="adj1" fmla="val 50000"/>
            </a:avLst>
          </a:prstGeom>
          <a:ln w="19050">
            <a:solidFill>
              <a:srgbClr val="ff3c1c"/>
            </a:solidFill>
            <a:round/>
            <a:tailEnd len="med" type="diamond" w="med"/>
          </a:ln>
        </p:spPr>
      </p:cxnSp>
      <p:cxnSp>
        <p:nvCxnSpPr>
          <p:cNvPr id="344" name="Google Shape;949;p46"/>
          <p:cNvCxnSpPr>
            <a:stCxn id="337" idx="3"/>
          </p:cNvCxnSpPr>
          <p:nvPr/>
        </p:nvCxnSpPr>
        <p:spPr>
          <a:xfrm flipV="1">
            <a:off x="2235600" y="3155400"/>
            <a:ext cx="1804680" cy="300600"/>
          </a:xfrm>
          <a:prstGeom prst="bentConnector3">
            <a:avLst>
              <a:gd name="adj1" fmla="val 50000"/>
            </a:avLst>
          </a:prstGeom>
          <a:ln w="19050">
            <a:solidFill>
              <a:srgbClr val="ff3c1c"/>
            </a:solidFill>
            <a:round/>
            <a:tailEnd len="med" type="diamond" w="med"/>
          </a:ln>
        </p:spPr>
      </p:cxnSp>
      <p:cxnSp>
        <p:nvCxnSpPr>
          <p:cNvPr id="345" name="Google Shape;950;p46"/>
          <p:cNvCxnSpPr>
            <a:stCxn id="339" idx="3"/>
          </p:cNvCxnSpPr>
          <p:nvPr/>
        </p:nvCxnSpPr>
        <p:spPr>
          <a:xfrm flipV="1" rot="10800000">
            <a:off x="5135040" y="1774440"/>
            <a:ext cx="1797120" cy="724320"/>
          </a:xfrm>
          <a:prstGeom prst="bentConnector3">
            <a:avLst>
              <a:gd name="adj1" fmla="val 49989"/>
            </a:avLst>
          </a:prstGeom>
          <a:ln w="19050">
            <a:solidFill>
              <a:srgbClr val="ff3c1c"/>
            </a:solidFill>
            <a:round/>
            <a:tailEnd len="med" type="diamond" w="med"/>
          </a:ln>
        </p:spPr>
      </p:cxnSp>
      <p:cxnSp>
        <p:nvCxnSpPr>
          <p:cNvPr id="346" name="Google Shape;951;p46"/>
          <p:cNvCxnSpPr>
            <a:stCxn id="341" idx="3"/>
          </p:cNvCxnSpPr>
          <p:nvPr/>
        </p:nvCxnSpPr>
        <p:spPr>
          <a:xfrm rot="10800000">
            <a:off x="5127480" y="3216960"/>
            <a:ext cx="1804320" cy="333000"/>
          </a:xfrm>
          <a:prstGeom prst="bentConnector3">
            <a:avLst>
              <a:gd name="adj1" fmla="val 49970"/>
            </a:avLst>
          </a:prstGeom>
          <a:ln w="19050">
            <a:solidFill>
              <a:srgbClr val="ff3c1c"/>
            </a:solidFill>
            <a:round/>
            <a:tailEnd len="med" type="diamond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3600" spc="-1" strike="noStrike">
                <a:solidFill>
                  <a:schemeClr val="lt2"/>
                </a:solidFill>
                <a:latin typeface="Raleway ExtraBold"/>
                <a:ea typeface="Raleway ExtraBold"/>
              </a:rPr>
              <a:t>CONSEQUENCE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PlaceHolder 2"/>
          <p:cNvSpPr>
            <a:spLocks noGrp="1"/>
          </p:cNvSpPr>
          <p:nvPr>
            <p:ph type="subTitle"/>
          </p:nvPr>
        </p:nvSpPr>
        <p:spPr>
          <a:xfrm>
            <a:off x="720000" y="3338640"/>
            <a:ext cx="2430360" cy="5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000" spc="-1" strike="noStrike">
                <a:solidFill>
                  <a:schemeClr val="lt2"/>
                </a:solidFill>
                <a:latin typeface="Raleway ExtraBold"/>
                <a:ea typeface="Raleway ExtraBold"/>
              </a:rPr>
              <a:t>Advantage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subTitle"/>
          </p:nvPr>
        </p:nvSpPr>
        <p:spPr>
          <a:xfrm>
            <a:off x="720000" y="3876840"/>
            <a:ext cx="2430360" cy="7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285840" indent="-285840">
              <a:lnSpc>
                <a:spcPct val="100000"/>
              </a:lnSpc>
              <a:buClr>
                <a:srgbClr val="f1f1f1"/>
              </a:buClr>
              <a:buFont typeface="OpenSymbol"/>
              <a:buChar char="-"/>
            </a:pPr>
            <a:r>
              <a:rPr b="0" lang="fr-FR" sz="1600" spc="-1" strike="noStrike">
                <a:solidFill>
                  <a:schemeClr val="dk2"/>
                </a:solidFill>
                <a:latin typeface="Sarabun"/>
                <a:ea typeface="Sarabun"/>
              </a:rPr>
              <a:t>No Surveillance and Censorship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600" spc="-1" strike="noStrike">
                <a:solidFill>
                  <a:schemeClr val="dk2"/>
                </a:solidFill>
                <a:latin typeface="Sarabun"/>
                <a:ea typeface="Sarabun"/>
              </a:rPr>
              <a:t>-    Freedom of expresion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0" name="PlaceHolder 4"/>
          <p:cNvSpPr>
            <a:spLocks noGrp="1"/>
          </p:cNvSpPr>
          <p:nvPr>
            <p:ph type="subTitle"/>
          </p:nvPr>
        </p:nvSpPr>
        <p:spPr>
          <a:xfrm>
            <a:off x="720000" y="1483200"/>
            <a:ext cx="2430360" cy="5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000" spc="-1" strike="noStrike">
                <a:solidFill>
                  <a:schemeClr val="lt2"/>
                </a:solidFill>
                <a:latin typeface="Raleway ExtraBold"/>
                <a:ea typeface="Raleway ExtraBold"/>
              </a:rPr>
              <a:t>Disdvantage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1" name="PlaceHolder 5"/>
          <p:cNvSpPr>
            <a:spLocks noGrp="1"/>
          </p:cNvSpPr>
          <p:nvPr>
            <p:ph type="subTitle"/>
          </p:nvPr>
        </p:nvSpPr>
        <p:spPr>
          <a:xfrm>
            <a:off x="783720" y="1999080"/>
            <a:ext cx="2430360" cy="7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600" spc="-1" strike="noStrike">
                <a:solidFill>
                  <a:schemeClr val="dk2"/>
                </a:solidFill>
                <a:latin typeface="Sarabun"/>
                <a:ea typeface="Sarabun"/>
              </a:rPr>
              <a:t>-   Security risk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600" spc="-1" strike="noStrike">
                <a:solidFill>
                  <a:schemeClr val="dk2"/>
                </a:solidFill>
                <a:latin typeface="Sarabun"/>
                <a:ea typeface="Sarabun"/>
              </a:rPr>
              <a:t>-   Legal or illegal ?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2" name="Google Shape;818;p38"/>
          <p:cNvSpPr/>
          <p:nvPr/>
        </p:nvSpPr>
        <p:spPr>
          <a:xfrm>
            <a:off x="3422160" y="1648800"/>
            <a:ext cx="894600" cy="89460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353" name="Google Shape;819;p38"/>
          <p:cNvSpPr/>
          <p:nvPr/>
        </p:nvSpPr>
        <p:spPr>
          <a:xfrm>
            <a:off x="3422160" y="3508200"/>
            <a:ext cx="894600" cy="89460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pic>
        <p:nvPicPr>
          <p:cNvPr id="354" name="Google Shape;820;p38" descr=""/>
          <p:cNvPicPr/>
          <p:nvPr/>
        </p:nvPicPr>
        <p:blipFill>
          <a:blip r:embed="rId1"/>
          <a:srcRect l="0" t="6079" r="0" b="6079"/>
          <a:stretch/>
        </p:blipFill>
        <p:spPr>
          <a:xfrm>
            <a:off x="5421600" y="1648800"/>
            <a:ext cx="3133440" cy="2752200"/>
          </a:xfrm>
          <a:prstGeom prst="rect">
            <a:avLst/>
          </a:prstGeom>
          <a:ln w="0">
            <a:noFill/>
          </a:ln>
        </p:spPr>
      </p:pic>
      <p:pic>
        <p:nvPicPr>
          <p:cNvPr id="355" name="Google Shape;821;p38" descr=""/>
          <p:cNvPicPr/>
          <p:nvPr/>
        </p:nvPicPr>
        <p:blipFill>
          <a:blip r:embed="rId2"/>
          <a:stretch/>
        </p:blipFill>
        <p:spPr>
          <a:xfrm rot="19787400">
            <a:off x="7306200" y="3762000"/>
            <a:ext cx="1744560" cy="863280"/>
          </a:xfrm>
          <a:prstGeom prst="rect">
            <a:avLst/>
          </a:prstGeom>
          <a:ln w="0">
            <a:noFill/>
          </a:ln>
        </p:spPr>
      </p:pic>
      <p:sp>
        <p:nvSpPr>
          <p:cNvPr id="356" name="Google Shape;822;p38"/>
          <p:cNvSpPr/>
          <p:nvPr/>
        </p:nvSpPr>
        <p:spPr>
          <a:xfrm>
            <a:off x="3641400" y="1868040"/>
            <a:ext cx="456120" cy="456120"/>
          </a:xfrm>
          <a:custGeom>
            <a:avLst/>
            <a:gdLst>
              <a:gd name="textAreaLeft" fmla="*/ 0 w 456120"/>
              <a:gd name="textAreaRight" fmla="*/ 456480 w 456120"/>
              <a:gd name="textAreaTop" fmla="*/ 0 h 456120"/>
              <a:gd name="textAreaBottom" fmla="*/ 456480 h 456120"/>
            </a:gdLst>
            <a:ahLst/>
            <a:rect l="textAreaLeft" t="textAreaTop" r="textAreaRight" b="textAreaBottom"/>
            <a:pathLst>
              <a:path w="19329" h="19325">
                <a:moveTo>
                  <a:pt x="9062" y="1229"/>
                </a:moveTo>
                <a:lnTo>
                  <a:pt x="9062" y="4539"/>
                </a:lnTo>
                <a:cubicBezTo>
                  <a:pt x="8470" y="4557"/>
                  <a:pt x="7885" y="4602"/>
                  <a:pt x="7311" y="4674"/>
                </a:cubicBezTo>
                <a:cubicBezTo>
                  <a:pt x="7223" y="4339"/>
                  <a:pt x="7036" y="4037"/>
                  <a:pt x="6773" y="3811"/>
                </a:cubicBezTo>
                <a:cubicBezTo>
                  <a:pt x="7392" y="2428"/>
                  <a:pt x="8211" y="1513"/>
                  <a:pt x="9062" y="1229"/>
                </a:cubicBezTo>
                <a:close/>
                <a:moveTo>
                  <a:pt x="10194" y="1226"/>
                </a:moveTo>
                <a:cubicBezTo>
                  <a:pt x="11278" y="1586"/>
                  <a:pt x="12272" y="2944"/>
                  <a:pt x="12912" y="4835"/>
                </a:cubicBezTo>
                <a:cubicBezTo>
                  <a:pt x="12015" y="4662"/>
                  <a:pt x="11106" y="4566"/>
                  <a:pt x="10194" y="4539"/>
                </a:cubicBezTo>
                <a:lnTo>
                  <a:pt x="10194" y="1226"/>
                </a:lnTo>
                <a:close/>
                <a:moveTo>
                  <a:pt x="5665" y="4530"/>
                </a:moveTo>
                <a:cubicBezTo>
                  <a:pt x="6170" y="4530"/>
                  <a:pt x="6423" y="5139"/>
                  <a:pt x="6067" y="5496"/>
                </a:cubicBezTo>
                <a:cubicBezTo>
                  <a:pt x="5950" y="5611"/>
                  <a:pt x="5808" y="5663"/>
                  <a:pt x="5669" y="5663"/>
                </a:cubicBezTo>
                <a:cubicBezTo>
                  <a:pt x="5378" y="5663"/>
                  <a:pt x="5101" y="5438"/>
                  <a:pt x="5101" y="5097"/>
                </a:cubicBezTo>
                <a:cubicBezTo>
                  <a:pt x="5101" y="4783"/>
                  <a:pt x="5351" y="4530"/>
                  <a:pt x="5665" y="4530"/>
                </a:cubicBezTo>
                <a:close/>
                <a:moveTo>
                  <a:pt x="6743" y="1643"/>
                </a:moveTo>
                <a:cubicBezTo>
                  <a:pt x="6363" y="2129"/>
                  <a:pt x="6019" y="2718"/>
                  <a:pt x="5717" y="3397"/>
                </a:cubicBezTo>
                <a:lnTo>
                  <a:pt x="5665" y="3397"/>
                </a:lnTo>
                <a:cubicBezTo>
                  <a:pt x="4578" y="3397"/>
                  <a:pt x="3769" y="4406"/>
                  <a:pt x="4008" y="5469"/>
                </a:cubicBezTo>
                <a:cubicBezTo>
                  <a:pt x="3075" y="5822"/>
                  <a:pt x="2277" y="6266"/>
                  <a:pt x="1646" y="6773"/>
                </a:cubicBezTo>
                <a:cubicBezTo>
                  <a:pt x="2507" y="4394"/>
                  <a:pt x="4373" y="2516"/>
                  <a:pt x="6743" y="1643"/>
                </a:cubicBezTo>
                <a:close/>
                <a:moveTo>
                  <a:pt x="12510" y="1631"/>
                </a:moveTo>
                <a:lnTo>
                  <a:pt x="12510" y="1631"/>
                </a:lnTo>
                <a:cubicBezTo>
                  <a:pt x="14926" y="2500"/>
                  <a:pt x="16828" y="4403"/>
                  <a:pt x="17698" y="6818"/>
                </a:cubicBezTo>
                <a:cubicBezTo>
                  <a:pt x="17269" y="6483"/>
                  <a:pt x="16810" y="6196"/>
                  <a:pt x="16327" y="5955"/>
                </a:cubicBezTo>
                <a:cubicBezTo>
                  <a:pt x="15645" y="5614"/>
                  <a:pt x="14932" y="5342"/>
                  <a:pt x="14195" y="5136"/>
                </a:cubicBezTo>
                <a:cubicBezTo>
                  <a:pt x="13933" y="4203"/>
                  <a:pt x="13585" y="3349"/>
                  <a:pt x="13169" y="2612"/>
                </a:cubicBezTo>
                <a:cubicBezTo>
                  <a:pt x="12975" y="2268"/>
                  <a:pt x="12755" y="1942"/>
                  <a:pt x="12510" y="1631"/>
                </a:cubicBezTo>
                <a:close/>
                <a:moveTo>
                  <a:pt x="4636" y="6444"/>
                </a:moveTo>
                <a:cubicBezTo>
                  <a:pt x="4684" y="6483"/>
                  <a:pt x="4738" y="6519"/>
                  <a:pt x="4793" y="6553"/>
                </a:cubicBezTo>
                <a:cubicBezTo>
                  <a:pt x="4651" y="7407"/>
                  <a:pt x="4566" y="8268"/>
                  <a:pt x="4542" y="9134"/>
                </a:cubicBezTo>
                <a:lnTo>
                  <a:pt x="1230" y="9134"/>
                </a:lnTo>
                <a:cubicBezTo>
                  <a:pt x="1568" y="8083"/>
                  <a:pt x="2821" y="7081"/>
                  <a:pt x="4636" y="6444"/>
                </a:cubicBezTo>
                <a:close/>
                <a:moveTo>
                  <a:pt x="9062" y="5674"/>
                </a:moveTo>
                <a:lnTo>
                  <a:pt x="9062" y="9134"/>
                </a:lnTo>
                <a:lnTo>
                  <a:pt x="5674" y="9134"/>
                </a:lnTo>
                <a:cubicBezTo>
                  <a:pt x="5698" y="8343"/>
                  <a:pt x="5774" y="7558"/>
                  <a:pt x="5904" y="6776"/>
                </a:cubicBezTo>
                <a:lnTo>
                  <a:pt x="5904" y="6779"/>
                </a:lnTo>
                <a:cubicBezTo>
                  <a:pt x="6462" y="6698"/>
                  <a:pt x="6949" y="6344"/>
                  <a:pt x="7196" y="5834"/>
                </a:cubicBezTo>
                <a:cubicBezTo>
                  <a:pt x="7815" y="5746"/>
                  <a:pt x="8437" y="5692"/>
                  <a:pt x="9062" y="5674"/>
                </a:cubicBezTo>
                <a:close/>
                <a:moveTo>
                  <a:pt x="10194" y="5671"/>
                </a:moveTo>
                <a:cubicBezTo>
                  <a:pt x="11227" y="5701"/>
                  <a:pt x="12257" y="5834"/>
                  <a:pt x="13265" y="6063"/>
                </a:cubicBezTo>
                <a:cubicBezTo>
                  <a:pt x="13422" y="6743"/>
                  <a:pt x="13534" y="7431"/>
                  <a:pt x="13597" y="8126"/>
                </a:cubicBezTo>
                <a:cubicBezTo>
                  <a:pt x="13144" y="8310"/>
                  <a:pt x="12794" y="8675"/>
                  <a:pt x="12631" y="9134"/>
                </a:cubicBezTo>
                <a:lnTo>
                  <a:pt x="10194" y="9134"/>
                </a:lnTo>
                <a:lnTo>
                  <a:pt x="10194" y="5671"/>
                </a:lnTo>
                <a:close/>
                <a:moveTo>
                  <a:pt x="14497" y="6417"/>
                </a:moveTo>
                <a:cubicBezTo>
                  <a:pt x="14950" y="6571"/>
                  <a:pt x="15391" y="6752"/>
                  <a:pt x="15817" y="6966"/>
                </a:cubicBezTo>
                <a:cubicBezTo>
                  <a:pt x="17037" y="7585"/>
                  <a:pt x="17837" y="8352"/>
                  <a:pt x="18099" y="9137"/>
                </a:cubicBezTo>
                <a:lnTo>
                  <a:pt x="15835" y="9134"/>
                </a:lnTo>
                <a:cubicBezTo>
                  <a:pt x="15654" y="8627"/>
                  <a:pt x="15243" y="8234"/>
                  <a:pt x="14730" y="8077"/>
                </a:cubicBezTo>
                <a:cubicBezTo>
                  <a:pt x="14678" y="7519"/>
                  <a:pt x="14603" y="6966"/>
                  <a:pt x="14497" y="6417"/>
                </a:cubicBezTo>
                <a:close/>
                <a:moveTo>
                  <a:pt x="14241" y="9137"/>
                </a:moveTo>
                <a:cubicBezTo>
                  <a:pt x="14555" y="9137"/>
                  <a:pt x="14808" y="9391"/>
                  <a:pt x="14808" y="9702"/>
                </a:cubicBezTo>
                <a:cubicBezTo>
                  <a:pt x="14808" y="10016"/>
                  <a:pt x="14555" y="10270"/>
                  <a:pt x="14241" y="10270"/>
                </a:cubicBezTo>
                <a:lnTo>
                  <a:pt x="14241" y="10267"/>
                </a:lnTo>
                <a:lnTo>
                  <a:pt x="14204" y="10267"/>
                </a:lnTo>
                <a:cubicBezTo>
                  <a:pt x="13902" y="10251"/>
                  <a:pt x="13667" y="10004"/>
                  <a:pt x="13667" y="9702"/>
                </a:cubicBezTo>
                <a:cubicBezTo>
                  <a:pt x="13667" y="9403"/>
                  <a:pt x="13899" y="9155"/>
                  <a:pt x="14195" y="9137"/>
                </a:cubicBezTo>
                <a:close/>
                <a:moveTo>
                  <a:pt x="18099" y="10270"/>
                </a:moveTo>
                <a:cubicBezTo>
                  <a:pt x="17861" y="10967"/>
                  <a:pt x="17194" y="11643"/>
                  <a:pt x="16161" y="12217"/>
                </a:cubicBezTo>
                <a:cubicBezTo>
                  <a:pt x="15632" y="12504"/>
                  <a:pt x="15080" y="12742"/>
                  <a:pt x="14506" y="12930"/>
                </a:cubicBezTo>
                <a:cubicBezTo>
                  <a:pt x="14606" y="12407"/>
                  <a:pt x="14678" y="11873"/>
                  <a:pt x="14730" y="11323"/>
                </a:cubicBezTo>
                <a:lnTo>
                  <a:pt x="14730" y="11326"/>
                </a:lnTo>
                <a:cubicBezTo>
                  <a:pt x="15243" y="11166"/>
                  <a:pt x="15654" y="10774"/>
                  <a:pt x="15835" y="10270"/>
                </a:cubicBezTo>
                <a:close/>
                <a:moveTo>
                  <a:pt x="4542" y="10267"/>
                </a:moveTo>
                <a:cubicBezTo>
                  <a:pt x="4566" y="11163"/>
                  <a:pt x="4660" y="12060"/>
                  <a:pt x="4820" y="12945"/>
                </a:cubicBezTo>
                <a:cubicBezTo>
                  <a:pt x="2927" y="12320"/>
                  <a:pt x="1583" y="11351"/>
                  <a:pt x="1230" y="10267"/>
                </a:cubicBezTo>
                <a:close/>
                <a:moveTo>
                  <a:pt x="9062" y="10267"/>
                </a:moveTo>
                <a:lnTo>
                  <a:pt x="9062" y="12628"/>
                </a:lnTo>
                <a:cubicBezTo>
                  <a:pt x="8603" y="12791"/>
                  <a:pt x="8238" y="13141"/>
                  <a:pt x="8054" y="13594"/>
                </a:cubicBezTo>
                <a:cubicBezTo>
                  <a:pt x="7377" y="13534"/>
                  <a:pt x="6707" y="13428"/>
                  <a:pt x="6046" y="13280"/>
                </a:cubicBezTo>
                <a:cubicBezTo>
                  <a:pt x="5828" y="12290"/>
                  <a:pt x="5702" y="11281"/>
                  <a:pt x="5674" y="10267"/>
                </a:cubicBezTo>
                <a:close/>
                <a:moveTo>
                  <a:pt x="12631" y="10267"/>
                </a:moveTo>
                <a:cubicBezTo>
                  <a:pt x="12794" y="10725"/>
                  <a:pt x="13144" y="11091"/>
                  <a:pt x="13597" y="11275"/>
                </a:cubicBezTo>
                <a:cubicBezTo>
                  <a:pt x="13534" y="11945"/>
                  <a:pt x="13431" y="12613"/>
                  <a:pt x="13280" y="13268"/>
                </a:cubicBezTo>
                <a:cubicBezTo>
                  <a:pt x="12595" y="13422"/>
                  <a:pt x="11900" y="13531"/>
                  <a:pt x="11203" y="13594"/>
                </a:cubicBezTo>
                <a:cubicBezTo>
                  <a:pt x="11019" y="13141"/>
                  <a:pt x="10653" y="12791"/>
                  <a:pt x="10194" y="12628"/>
                </a:cubicBezTo>
                <a:lnTo>
                  <a:pt x="10194" y="10267"/>
                </a:lnTo>
                <a:close/>
                <a:moveTo>
                  <a:pt x="9627" y="13678"/>
                </a:moveTo>
                <a:cubicBezTo>
                  <a:pt x="9923" y="13678"/>
                  <a:pt x="10170" y="13905"/>
                  <a:pt x="10191" y="14201"/>
                </a:cubicBezTo>
                <a:lnTo>
                  <a:pt x="10191" y="14231"/>
                </a:lnTo>
                <a:cubicBezTo>
                  <a:pt x="10191" y="14231"/>
                  <a:pt x="10191" y="14234"/>
                  <a:pt x="10191" y="14237"/>
                </a:cubicBezTo>
                <a:cubicBezTo>
                  <a:pt x="10188" y="14545"/>
                  <a:pt x="9938" y="14793"/>
                  <a:pt x="9630" y="14796"/>
                </a:cubicBezTo>
                <a:cubicBezTo>
                  <a:pt x="9319" y="14796"/>
                  <a:pt x="9065" y="14545"/>
                  <a:pt x="9062" y="14237"/>
                </a:cubicBezTo>
                <a:lnTo>
                  <a:pt x="9062" y="14231"/>
                </a:lnTo>
                <a:lnTo>
                  <a:pt x="9062" y="14201"/>
                </a:lnTo>
                <a:cubicBezTo>
                  <a:pt x="9083" y="13905"/>
                  <a:pt x="9331" y="13678"/>
                  <a:pt x="9627" y="13678"/>
                </a:cubicBezTo>
                <a:close/>
                <a:moveTo>
                  <a:pt x="1640" y="12579"/>
                </a:moveTo>
                <a:lnTo>
                  <a:pt x="1640" y="12579"/>
                </a:lnTo>
                <a:cubicBezTo>
                  <a:pt x="1936" y="12812"/>
                  <a:pt x="2250" y="13020"/>
                  <a:pt x="2579" y="13204"/>
                </a:cubicBezTo>
                <a:cubicBezTo>
                  <a:pt x="3313" y="13615"/>
                  <a:pt x="4168" y="13953"/>
                  <a:pt x="5110" y="14213"/>
                </a:cubicBezTo>
                <a:cubicBezTo>
                  <a:pt x="5496" y="15620"/>
                  <a:pt x="6061" y="16813"/>
                  <a:pt x="6752" y="17691"/>
                </a:cubicBezTo>
                <a:cubicBezTo>
                  <a:pt x="4373" y="16828"/>
                  <a:pt x="2501" y="14956"/>
                  <a:pt x="1640" y="12579"/>
                </a:cubicBezTo>
                <a:close/>
                <a:moveTo>
                  <a:pt x="17698" y="12555"/>
                </a:moveTo>
                <a:cubicBezTo>
                  <a:pt x="16837" y="14938"/>
                  <a:pt x="14932" y="16831"/>
                  <a:pt x="12535" y="17691"/>
                </a:cubicBezTo>
                <a:cubicBezTo>
                  <a:pt x="12770" y="17395"/>
                  <a:pt x="12981" y="17081"/>
                  <a:pt x="13169" y="16752"/>
                </a:cubicBezTo>
                <a:cubicBezTo>
                  <a:pt x="13594" y="16013"/>
                  <a:pt x="13945" y="15149"/>
                  <a:pt x="14213" y="14201"/>
                </a:cubicBezTo>
                <a:cubicBezTo>
                  <a:pt x="15140" y="13944"/>
                  <a:pt x="15986" y="13609"/>
                  <a:pt x="16713" y="13204"/>
                </a:cubicBezTo>
                <a:cubicBezTo>
                  <a:pt x="17058" y="13014"/>
                  <a:pt x="17387" y="12797"/>
                  <a:pt x="17698" y="12555"/>
                </a:cubicBezTo>
                <a:close/>
                <a:moveTo>
                  <a:pt x="6381" y="14503"/>
                </a:moveTo>
                <a:cubicBezTo>
                  <a:pt x="6906" y="14602"/>
                  <a:pt x="7450" y="14678"/>
                  <a:pt x="8005" y="14726"/>
                </a:cubicBezTo>
                <a:cubicBezTo>
                  <a:pt x="8162" y="15240"/>
                  <a:pt x="8555" y="15650"/>
                  <a:pt x="9062" y="15831"/>
                </a:cubicBezTo>
                <a:lnTo>
                  <a:pt x="9062" y="18096"/>
                </a:lnTo>
                <a:cubicBezTo>
                  <a:pt x="8286" y="17833"/>
                  <a:pt x="7531" y="17048"/>
                  <a:pt x="6933" y="15853"/>
                </a:cubicBezTo>
                <a:cubicBezTo>
                  <a:pt x="6716" y="15415"/>
                  <a:pt x="6532" y="14965"/>
                  <a:pt x="6381" y="14503"/>
                </a:cubicBezTo>
                <a:close/>
                <a:moveTo>
                  <a:pt x="12933" y="14497"/>
                </a:moveTo>
                <a:cubicBezTo>
                  <a:pt x="12740" y="15083"/>
                  <a:pt x="12486" y="15650"/>
                  <a:pt x="12184" y="16188"/>
                </a:cubicBezTo>
                <a:cubicBezTo>
                  <a:pt x="11595" y="17211"/>
                  <a:pt x="10904" y="17869"/>
                  <a:pt x="10194" y="18099"/>
                </a:cubicBezTo>
                <a:lnTo>
                  <a:pt x="10194" y="15831"/>
                </a:lnTo>
                <a:cubicBezTo>
                  <a:pt x="10702" y="15650"/>
                  <a:pt x="11094" y="15240"/>
                  <a:pt x="11251" y="14726"/>
                </a:cubicBezTo>
                <a:cubicBezTo>
                  <a:pt x="11828" y="14675"/>
                  <a:pt x="12390" y="14596"/>
                  <a:pt x="12933" y="14497"/>
                </a:cubicBezTo>
                <a:close/>
                <a:moveTo>
                  <a:pt x="9630" y="0"/>
                </a:moveTo>
                <a:cubicBezTo>
                  <a:pt x="7063" y="0"/>
                  <a:pt x="4645" y="1015"/>
                  <a:pt x="2821" y="2860"/>
                </a:cubicBezTo>
                <a:cubicBezTo>
                  <a:pt x="1012" y="4678"/>
                  <a:pt x="1" y="7138"/>
                  <a:pt x="4" y="9702"/>
                </a:cubicBezTo>
                <a:cubicBezTo>
                  <a:pt x="4" y="15016"/>
                  <a:pt x="4313" y="19325"/>
                  <a:pt x="9630" y="19325"/>
                </a:cubicBezTo>
                <a:cubicBezTo>
                  <a:pt x="9634" y="19325"/>
                  <a:pt x="9637" y="19325"/>
                  <a:pt x="9641" y="19325"/>
                </a:cubicBezTo>
                <a:cubicBezTo>
                  <a:pt x="12198" y="19325"/>
                  <a:pt x="14654" y="18314"/>
                  <a:pt x="16469" y="16508"/>
                </a:cubicBezTo>
                <a:cubicBezTo>
                  <a:pt x="18314" y="14687"/>
                  <a:pt x="19328" y="12268"/>
                  <a:pt x="19328" y="9702"/>
                </a:cubicBezTo>
                <a:cubicBezTo>
                  <a:pt x="19328" y="8407"/>
                  <a:pt x="19069" y="7129"/>
                  <a:pt x="18558" y="5940"/>
                </a:cubicBezTo>
                <a:cubicBezTo>
                  <a:pt x="18066" y="4789"/>
                  <a:pt x="17360" y="3741"/>
                  <a:pt x="16472" y="2857"/>
                </a:cubicBezTo>
                <a:cubicBezTo>
                  <a:pt x="15587" y="1969"/>
                  <a:pt x="14539" y="1263"/>
                  <a:pt x="13389" y="770"/>
                </a:cubicBezTo>
                <a:cubicBezTo>
                  <a:pt x="12199" y="260"/>
                  <a:pt x="10922" y="0"/>
                  <a:pt x="9630" y="0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435d74"/>
              </a:solidFill>
              <a:latin typeface="Arial"/>
              <a:ea typeface="Arial"/>
            </a:endParaRPr>
          </a:p>
        </p:txBody>
      </p:sp>
      <p:sp>
        <p:nvSpPr>
          <p:cNvPr id="357" name="Google Shape;823;p38"/>
          <p:cNvSpPr/>
          <p:nvPr/>
        </p:nvSpPr>
        <p:spPr>
          <a:xfrm>
            <a:off x="3641400" y="3698640"/>
            <a:ext cx="456120" cy="513360"/>
          </a:xfrm>
          <a:custGeom>
            <a:avLst/>
            <a:gdLst>
              <a:gd name="textAreaLeft" fmla="*/ 0 w 456120"/>
              <a:gd name="textAreaRight" fmla="*/ 456480 w 456120"/>
              <a:gd name="textAreaTop" fmla="*/ 0 h 513360"/>
              <a:gd name="textAreaBottom" fmla="*/ 513720 h 513360"/>
            </a:gdLst>
            <a:ahLst/>
            <a:rect l="textAreaLeft" t="textAreaTop" r="textAreaRight" b="textAreaBottom"/>
            <a:pathLst>
              <a:path w="10524" h="11847">
                <a:moveTo>
                  <a:pt x="7278" y="662"/>
                </a:moveTo>
                <a:cubicBezTo>
                  <a:pt x="7499" y="662"/>
                  <a:pt x="7656" y="820"/>
                  <a:pt x="7656" y="1009"/>
                </a:cubicBezTo>
                <a:lnTo>
                  <a:pt x="7656" y="3151"/>
                </a:lnTo>
                <a:cubicBezTo>
                  <a:pt x="7404" y="3057"/>
                  <a:pt x="7184" y="2994"/>
                  <a:pt x="6932" y="2994"/>
                </a:cubicBezTo>
                <a:lnTo>
                  <a:pt x="6932" y="1009"/>
                </a:lnTo>
                <a:cubicBezTo>
                  <a:pt x="6932" y="820"/>
                  <a:pt x="7089" y="662"/>
                  <a:pt x="7278" y="662"/>
                </a:cubicBezTo>
                <a:close/>
                <a:moveTo>
                  <a:pt x="3120" y="662"/>
                </a:moveTo>
                <a:cubicBezTo>
                  <a:pt x="3309" y="662"/>
                  <a:pt x="3466" y="820"/>
                  <a:pt x="3466" y="1009"/>
                </a:cubicBezTo>
                <a:lnTo>
                  <a:pt x="3466" y="2994"/>
                </a:lnTo>
                <a:cubicBezTo>
                  <a:pt x="3246" y="3025"/>
                  <a:pt x="2994" y="3057"/>
                  <a:pt x="2773" y="3183"/>
                </a:cubicBezTo>
                <a:lnTo>
                  <a:pt x="2773" y="1009"/>
                </a:lnTo>
                <a:cubicBezTo>
                  <a:pt x="2773" y="820"/>
                  <a:pt x="2931" y="662"/>
                  <a:pt x="3120" y="662"/>
                </a:cubicBezTo>
                <a:close/>
                <a:moveTo>
                  <a:pt x="4506" y="1702"/>
                </a:moveTo>
                <a:cubicBezTo>
                  <a:pt x="4695" y="1702"/>
                  <a:pt x="4852" y="1860"/>
                  <a:pt x="4852" y="2049"/>
                </a:cubicBezTo>
                <a:lnTo>
                  <a:pt x="4852" y="3309"/>
                </a:lnTo>
                <a:cubicBezTo>
                  <a:pt x="4663" y="3183"/>
                  <a:pt x="4411" y="3057"/>
                  <a:pt x="4128" y="3025"/>
                </a:cubicBezTo>
                <a:lnTo>
                  <a:pt x="4128" y="2049"/>
                </a:lnTo>
                <a:cubicBezTo>
                  <a:pt x="4128" y="1860"/>
                  <a:pt x="4285" y="1702"/>
                  <a:pt x="4506" y="1702"/>
                </a:cubicBezTo>
                <a:close/>
                <a:moveTo>
                  <a:pt x="5861" y="1702"/>
                </a:moveTo>
                <a:cubicBezTo>
                  <a:pt x="6081" y="1702"/>
                  <a:pt x="6239" y="1860"/>
                  <a:pt x="6239" y="2049"/>
                </a:cubicBezTo>
                <a:lnTo>
                  <a:pt x="6239" y="3025"/>
                </a:lnTo>
                <a:cubicBezTo>
                  <a:pt x="5987" y="3120"/>
                  <a:pt x="5766" y="3183"/>
                  <a:pt x="5514" y="3340"/>
                </a:cubicBezTo>
                <a:lnTo>
                  <a:pt x="5514" y="2049"/>
                </a:lnTo>
                <a:cubicBezTo>
                  <a:pt x="5546" y="1860"/>
                  <a:pt x="5703" y="1702"/>
                  <a:pt x="5861" y="1702"/>
                </a:cubicBezTo>
                <a:close/>
                <a:moveTo>
                  <a:pt x="1733" y="1324"/>
                </a:moveTo>
                <a:cubicBezTo>
                  <a:pt x="1922" y="1324"/>
                  <a:pt x="2080" y="1482"/>
                  <a:pt x="2080" y="1702"/>
                </a:cubicBezTo>
                <a:lnTo>
                  <a:pt x="2080" y="3624"/>
                </a:lnTo>
                <a:cubicBezTo>
                  <a:pt x="2017" y="3687"/>
                  <a:pt x="1922" y="3781"/>
                  <a:pt x="1859" y="3907"/>
                </a:cubicBezTo>
                <a:cubicBezTo>
                  <a:pt x="1733" y="3687"/>
                  <a:pt x="1576" y="3529"/>
                  <a:pt x="1387" y="3435"/>
                </a:cubicBezTo>
                <a:lnTo>
                  <a:pt x="1387" y="1702"/>
                </a:lnTo>
                <a:cubicBezTo>
                  <a:pt x="1387" y="1482"/>
                  <a:pt x="1544" y="1324"/>
                  <a:pt x="1733" y="1324"/>
                </a:cubicBezTo>
                <a:close/>
                <a:moveTo>
                  <a:pt x="8665" y="1324"/>
                </a:moveTo>
                <a:cubicBezTo>
                  <a:pt x="8854" y="1324"/>
                  <a:pt x="9011" y="1482"/>
                  <a:pt x="9011" y="1702"/>
                </a:cubicBezTo>
                <a:lnTo>
                  <a:pt x="9011" y="3466"/>
                </a:lnTo>
                <a:cubicBezTo>
                  <a:pt x="8854" y="3592"/>
                  <a:pt x="8759" y="3750"/>
                  <a:pt x="8633" y="3907"/>
                </a:cubicBezTo>
                <a:cubicBezTo>
                  <a:pt x="8539" y="3781"/>
                  <a:pt x="8476" y="3687"/>
                  <a:pt x="8381" y="3592"/>
                </a:cubicBezTo>
                <a:lnTo>
                  <a:pt x="8349" y="3529"/>
                </a:lnTo>
                <a:lnTo>
                  <a:pt x="8349" y="1702"/>
                </a:lnTo>
                <a:cubicBezTo>
                  <a:pt x="8318" y="1482"/>
                  <a:pt x="8476" y="1324"/>
                  <a:pt x="8665" y="1324"/>
                </a:cubicBezTo>
                <a:close/>
                <a:moveTo>
                  <a:pt x="6774" y="3647"/>
                </a:moveTo>
                <a:cubicBezTo>
                  <a:pt x="7160" y="3647"/>
                  <a:pt x="7546" y="3797"/>
                  <a:pt x="7845" y="4096"/>
                </a:cubicBezTo>
                <a:cubicBezTo>
                  <a:pt x="8318" y="4569"/>
                  <a:pt x="8444" y="5294"/>
                  <a:pt x="8066" y="5892"/>
                </a:cubicBezTo>
                <a:cubicBezTo>
                  <a:pt x="7089" y="6176"/>
                  <a:pt x="6333" y="7058"/>
                  <a:pt x="6239" y="8098"/>
                </a:cubicBezTo>
                <a:lnTo>
                  <a:pt x="5199" y="9043"/>
                </a:lnTo>
                <a:lnTo>
                  <a:pt x="4128" y="8035"/>
                </a:lnTo>
                <a:cubicBezTo>
                  <a:pt x="4065" y="6995"/>
                  <a:pt x="3309" y="6144"/>
                  <a:pt x="2332" y="5892"/>
                </a:cubicBezTo>
                <a:cubicBezTo>
                  <a:pt x="1985" y="5325"/>
                  <a:pt x="2112" y="4569"/>
                  <a:pt x="2553" y="4096"/>
                </a:cubicBezTo>
                <a:cubicBezTo>
                  <a:pt x="2836" y="3813"/>
                  <a:pt x="3246" y="3655"/>
                  <a:pt x="3624" y="3655"/>
                </a:cubicBezTo>
                <a:cubicBezTo>
                  <a:pt x="4033" y="3655"/>
                  <a:pt x="4411" y="3813"/>
                  <a:pt x="4695" y="4096"/>
                </a:cubicBezTo>
                <a:lnTo>
                  <a:pt x="4915" y="4317"/>
                </a:lnTo>
                <a:lnTo>
                  <a:pt x="4978" y="4348"/>
                </a:lnTo>
                <a:cubicBezTo>
                  <a:pt x="5026" y="4411"/>
                  <a:pt x="5112" y="4443"/>
                  <a:pt x="5203" y="4443"/>
                </a:cubicBezTo>
                <a:cubicBezTo>
                  <a:pt x="5294" y="4443"/>
                  <a:pt x="5388" y="4411"/>
                  <a:pt x="5451" y="4348"/>
                </a:cubicBezTo>
                <a:lnTo>
                  <a:pt x="5703" y="4096"/>
                </a:lnTo>
                <a:cubicBezTo>
                  <a:pt x="6002" y="3797"/>
                  <a:pt x="6388" y="3647"/>
                  <a:pt x="6774" y="3647"/>
                </a:cubicBezTo>
                <a:close/>
                <a:moveTo>
                  <a:pt x="662" y="3813"/>
                </a:moveTo>
                <a:cubicBezTo>
                  <a:pt x="1103" y="3970"/>
                  <a:pt x="1418" y="4380"/>
                  <a:pt x="1418" y="4884"/>
                </a:cubicBezTo>
                <a:lnTo>
                  <a:pt x="1418" y="6176"/>
                </a:lnTo>
                <a:cubicBezTo>
                  <a:pt x="1418" y="6365"/>
                  <a:pt x="1576" y="6522"/>
                  <a:pt x="1765" y="6522"/>
                </a:cubicBezTo>
                <a:cubicBezTo>
                  <a:pt x="2679" y="6522"/>
                  <a:pt x="3435" y="7247"/>
                  <a:pt x="3435" y="8161"/>
                </a:cubicBezTo>
                <a:lnTo>
                  <a:pt x="3435" y="8224"/>
                </a:lnTo>
                <a:lnTo>
                  <a:pt x="3435" y="8980"/>
                </a:lnTo>
                <a:cubicBezTo>
                  <a:pt x="3435" y="9169"/>
                  <a:pt x="3592" y="9326"/>
                  <a:pt x="3781" y="9326"/>
                </a:cubicBezTo>
                <a:cubicBezTo>
                  <a:pt x="3970" y="9326"/>
                  <a:pt x="4128" y="9169"/>
                  <a:pt x="4128" y="8980"/>
                </a:cubicBezTo>
                <a:lnTo>
                  <a:pt x="4852" y="9610"/>
                </a:lnTo>
                <a:lnTo>
                  <a:pt x="4852" y="11059"/>
                </a:lnTo>
                <a:lnTo>
                  <a:pt x="2080" y="11059"/>
                </a:lnTo>
                <a:lnTo>
                  <a:pt x="2080" y="9925"/>
                </a:lnTo>
                <a:cubicBezTo>
                  <a:pt x="2080" y="9673"/>
                  <a:pt x="1985" y="9421"/>
                  <a:pt x="1765" y="9200"/>
                </a:cubicBezTo>
                <a:lnTo>
                  <a:pt x="1198" y="8633"/>
                </a:lnTo>
                <a:cubicBezTo>
                  <a:pt x="883" y="8287"/>
                  <a:pt x="662" y="7877"/>
                  <a:pt x="662" y="7404"/>
                </a:cubicBezTo>
                <a:lnTo>
                  <a:pt x="662" y="3813"/>
                </a:lnTo>
                <a:close/>
                <a:moveTo>
                  <a:pt x="9767" y="3844"/>
                </a:moveTo>
                <a:lnTo>
                  <a:pt x="9767" y="7436"/>
                </a:lnTo>
                <a:cubicBezTo>
                  <a:pt x="9767" y="7909"/>
                  <a:pt x="9578" y="8350"/>
                  <a:pt x="9263" y="8665"/>
                </a:cubicBezTo>
                <a:lnTo>
                  <a:pt x="8665" y="9263"/>
                </a:lnTo>
                <a:cubicBezTo>
                  <a:pt x="8476" y="9452"/>
                  <a:pt x="8349" y="9704"/>
                  <a:pt x="8349" y="9988"/>
                </a:cubicBezTo>
                <a:lnTo>
                  <a:pt x="8349" y="11153"/>
                </a:lnTo>
                <a:lnTo>
                  <a:pt x="5514" y="11153"/>
                </a:lnTo>
                <a:lnTo>
                  <a:pt x="5514" y="9736"/>
                </a:lnTo>
                <a:lnTo>
                  <a:pt x="6239" y="9043"/>
                </a:lnTo>
                <a:cubicBezTo>
                  <a:pt x="6270" y="9200"/>
                  <a:pt x="6396" y="9326"/>
                  <a:pt x="6585" y="9326"/>
                </a:cubicBezTo>
                <a:cubicBezTo>
                  <a:pt x="6774" y="9326"/>
                  <a:pt x="6932" y="9169"/>
                  <a:pt x="6932" y="8980"/>
                </a:cubicBezTo>
                <a:lnTo>
                  <a:pt x="6932" y="8255"/>
                </a:lnTo>
                <a:cubicBezTo>
                  <a:pt x="6932" y="7404"/>
                  <a:pt x="7530" y="6711"/>
                  <a:pt x="8349" y="6554"/>
                </a:cubicBezTo>
                <a:lnTo>
                  <a:pt x="8665" y="6554"/>
                </a:lnTo>
                <a:cubicBezTo>
                  <a:pt x="8854" y="6554"/>
                  <a:pt x="9011" y="6396"/>
                  <a:pt x="9011" y="6207"/>
                </a:cubicBezTo>
                <a:lnTo>
                  <a:pt x="9011" y="4916"/>
                </a:lnTo>
                <a:cubicBezTo>
                  <a:pt x="9011" y="4443"/>
                  <a:pt x="9326" y="4002"/>
                  <a:pt x="9767" y="3844"/>
                </a:cubicBezTo>
                <a:close/>
                <a:moveTo>
                  <a:pt x="3120" y="1"/>
                </a:moveTo>
                <a:cubicBezTo>
                  <a:pt x="2647" y="1"/>
                  <a:pt x="2238" y="316"/>
                  <a:pt x="2143" y="757"/>
                </a:cubicBezTo>
                <a:cubicBezTo>
                  <a:pt x="2017" y="694"/>
                  <a:pt x="1891" y="662"/>
                  <a:pt x="1733" y="662"/>
                </a:cubicBezTo>
                <a:cubicBezTo>
                  <a:pt x="1135" y="662"/>
                  <a:pt x="725" y="1135"/>
                  <a:pt x="725" y="1702"/>
                </a:cubicBezTo>
                <a:lnTo>
                  <a:pt x="725" y="3120"/>
                </a:lnTo>
                <a:cubicBezTo>
                  <a:pt x="599" y="3057"/>
                  <a:pt x="473" y="3057"/>
                  <a:pt x="347" y="3057"/>
                </a:cubicBezTo>
                <a:cubicBezTo>
                  <a:pt x="158" y="3057"/>
                  <a:pt x="1" y="3214"/>
                  <a:pt x="1" y="3435"/>
                </a:cubicBezTo>
                <a:lnTo>
                  <a:pt x="1" y="7436"/>
                </a:lnTo>
                <a:cubicBezTo>
                  <a:pt x="1" y="8066"/>
                  <a:pt x="253" y="8696"/>
                  <a:pt x="725" y="9169"/>
                </a:cubicBezTo>
                <a:lnTo>
                  <a:pt x="1292" y="9767"/>
                </a:lnTo>
                <a:cubicBezTo>
                  <a:pt x="1387" y="9830"/>
                  <a:pt x="1418" y="9925"/>
                  <a:pt x="1418" y="9988"/>
                </a:cubicBezTo>
                <a:lnTo>
                  <a:pt x="1418" y="11153"/>
                </a:lnTo>
                <a:lnTo>
                  <a:pt x="1072" y="11153"/>
                </a:lnTo>
                <a:cubicBezTo>
                  <a:pt x="883" y="11153"/>
                  <a:pt x="725" y="11311"/>
                  <a:pt x="725" y="11500"/>
                </a:cubicBezTo>
                <a:cubicBezTo>
                  <a:pt x="725" y="11689"/>
                  <a:pt x="883" y="11847"/>
                  <a:pt x="1072" y="11847"/>
                </a:cubicBezTo>
                <a:lnTo>
                  <a:pt x="9389" y="11847"/>
                </a:lnTo>
                <a:cubicBezTo>
                  <a:pt x="9578" y="11847"/>
                  <a:pt x="9736" y="11689"/>
                  <a:pt x="9736" y="11500"/>
                </a:cubicBezTo>
                <a:cubicBezTo>
                  <a:pt x="9736" y="11311"/>
                  <a:pt x="9578" y="11153"/>
                  <a:pt x="9389" y="11153"/>
                </a:cubicBezTo>
                <a:lnTo>
                  <a:pt x="9106" y="11153"/>
                </a:lnTo>
                <a:lnTo>
                  <a:pt x="9106" y="9988"/>
                </a:lnTo>
                <a:cubicBezTo>
                  <a:pt x="9106" y="9925"/>
                  <a:pt x="9137" y="9799"/>
                  <a:pt x="9232" y="9767"/>
                </a:cubicBezTo>
                <a:lnTo>
                  <a:pt x="9830" y="9169"/>
                </a:lnTo>
                <a:cubicBezTo>
                  <a:pt x="10271" y="8696"/>
                  <a:pt x="10523" y="8098"/>
                  <a:pt x="10523" y="7436"/>
                </a:cubicBezTo>
                <a:lnTo>
                  <a:pt x="10523" y="3466"/>
                </a:lnTo>
                <a:cubicBezTo>
                  <a:pt x="10492" y="3214"/>
                  <a:pt x="10334" y="3057"/>
                  <a:pt x="10114" y="3057"/>
                </a:cubicBezTo>
                <a:cubicBezTo>
                  <a:pt x="9956" y="3057"/>
                  <a:pt x="9862" y="3057"/>
                  <a:pt x="9704" y="3120"/>
                </a:cubicBezTo>
                <a:lnTo>
                  <a:pt x="9704" y="1702"/>
                </a:lnTo>
                <a:cubicBezTo>
                  <a:pt x="9704" y="1103"/>
                  <a:pt x="9232" y="662"/>
                  <a:pt x="8665" y="662"/>
                </a:cubicBezTo>
                <a:cubicBezTo>
                  <a:pt x="8539" y="662"/>
                  <a:pt x="8413" y="694"/>
                  <a:pt x="8286" y="757"/>
                </a:cubicBezTo>
                <a:cubicBezTo>
                  <a:pt x="8160" y="316"/>
                  <a:pt x="7751" y="1"/>
                  <a:pt x="7278" y="1"/>
                </a:cubicBezTo>
                <a:cubicBezTo>
                  <a:pt x="6711" y="1"/>
                  <a:pt x="6270" y="473"/>
                  <a:pt x="6270" y="1009"/>
                </a:cubicBezTo>
                <a:lnTo>
                  <a:pt x="6270" y="1103"/>
                </a:lnTo>
                <a:cubicBezTo>
                  <a:pt x="6144" y="1072"/>
                  <a:pt x="6050" y="1009"/>
                  <a:pt x="5924" y="1009"/>
                </a:cubicBezTo>
                <a:cubicBezTo>
                  <a:pt x="5640" y="1009"/>
                  <a:pt x="5388" y="1135"/>
                  <a:pt x="5199" y="1292"/>
                </a:cubicBezTo>
                <a:cubicBezTo>
                  <a:pt x="5010" y="1135"/>
                  <a:pt x="4758" y="1009"/>
                  <a:pt x="4506" y="1009"/>
                </a:cubicBezTo>
                <a:cubicBezTo>
                  <a:pt x="4380" y="1009"/>
                  <a:pt x="4254" y="1072"/>
                  <a:pt x="4128" y="1103"/>
                </a:cubicBezTo>
                <a:lnTo>
                  <a:pt x="4128" y="1009"/>
                </a:lnTo>
                <a:cubicBezTo>
                  <a:pt x="4128" y="442"/>
                  <a:pt x="3655" y="1"/>
                  <a:pt x="3120" y="1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title"/>
          </p:nvPr>
        </p:nvSpPr>
        <p:spPr>
          <a:xfrm>
            <a:off x="1711080" y="1666440"/>
            <a:ext cx="5721480" cy="11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7200" spc="-1" strike="noStrike">
                <a:solidFill>
                  <a:schemeClr val="lt2"/>
                </a:solidFill>
                <a:latin typeface="Raleway ExtraBold"/>
                <a:ea typeface="Raleway ExtraBold"/>
              </a:rPr>
              <a:t>THANK YOU</a:t>
            </a:r>
            <a:endParaRPr b="0" lang="en-US" sz="7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Black History Month by Slidesgo">
  <a:themeElements>
    <a:clrScheme name="Simple Light">
      <a:dk1>
        <a:srgbClr val="f1f1f1"/>
      </a:dk1>
      <a:lt1>
        <a:srgbClr val="000000"/>
      </a:lt1>
      <a:dk2>
        <a:srgbClr val="f1f1f1"/>
      </a:dk2>
      <a:lt2>
        <a:srgbClr val="ff3c1c"/>
      </a:lt2>
      <a:accent1>
        <a:srgbClr val="f1f1f1"/>
      </a:accent1>
      <a:accent2>
        <a:srgbClr val="ff3c1c"/>
      </a:accent2>
      <a:accent3>
        <a:srgbClr val="000000"/>
      </a:accent3>
      <a:accent4>
        <a:srgbClr val="ff3c1c"/>
      </a:accent4>
      <a:accent5>
        <a:srgbClr val="f1f1f1"/>
      </a:accent5>
      <a:accent6>
        <a:srgbClr val="000000"/>
      </a:accent6>
      <a:hlink>
        <a:srgbClr val="ff3c1c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lack History Month by Slidesgo">
  <a:themeElements>
    <a:clrScheme name="Simple Light">
      <a:dk1>
        <a:srgbClr val="f1f1f1"/>
      </a:dk1>
      <a:lt1>
        <a:srgbClr val="000000"/>
      </a:lt1>
      <a:dk2>
        <a:srgbClr val="f1f1f1"/>
      </a:dk2>
      <a:lt2>
        <a:srgbClr val="ff3c1c"/>
      </a:lt2>
      <a:accent1>
        <a:srgbClr val="f1f1f1"/>
      </a:accent1>
      <a:accent2>
        <a:srgbClr val="ff3c1c"/>
      </a:accent2>
      <a:accent3>
        <a:srgbClr val="000000"/>
      </a:accent3>
      <a:accent4>
        <a:srgbClr val="ff3c1c"/>
      </a:accent4>
      <a:accent5>
        <a:srgbClr val="f1f1f1"/>
      </a:accent5>
      <a:accent6>
        <a:srgbClr val="000000"/>
      </a:accent6>
      <a:hlink>
        <a:srgbClr val="ff3c1c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Black History Month by Slidesgo">
  <a:themeElements>
    <a:clrScheme name="Simple Light">
      <a:dk1>
        <a:srgbClr val="f1f1f1"/>
      </a:dk1>
      <a:lt1>
        <a:srgbClr val="000000"/>
      </a:lt1>
      <a:dk2>
        <a:srgbClr val="f1f1f1"/>
      </a:dk2>
      <a:lt2>
        <a:srgbClr val="ff3c1c"/>
      </a:lt2>
      <a:accent1>
        <a:srgbClr val="f1f1f1"/>
      </a:accent1>
      <a:accent2>
        <a:srgbClr val="ff3c1c"/>
      </a:accent2>
      <a:accent3>
        <a:srgbClr val="000000"/>
      </a:accent3>
      <a:accent4>
        <a:srgbClr val="ff3c1c"/>
      </a:accent4>
      <a:accent5>
        <a:srgbClr val="f1f1f1"/>
      </a:accent5>
      <a:accent6>
        <a:srgbClr val="000000"/>
      </a:accent6>
      <a:hlink>
        <a:srgbClr val="ff3c1c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Black History Month by Slidesgo">
  <a:themeElements>
    <a:clrScheme name="Simple Light">
      <a:dk1>
        <a:srgbClr val="f1f1f1"/>
      </a:dk1>
      <a:lt1>
        <a:srgbClr val="000000"/>
      </a:lt1>
      <a:dk2>
        <a:srgbClr val="f1f1f1"/>
      </a:dk2>
      <a:lt2>
        <a:srgbClr val="ff3c1c"/>
      </a:lt2>
      <a:accent1>
        <a:srgbClr val="f1f1f1"/>
      </a:accent1>
      <a:accent2>
        <a:srgbClr val="ff3c1c"/>
      </a:accent2>
      <a:accent3>
        <a:srgbClr val="000000"/>
      </a:accent3>
      <a:accent4>
        <a:srgbClr val="ff3c1c"/>
      </a:accent4>
      <a:accent5>
        <a:srgbClr val="f1f1f1"/>
      </a:accent5>
      <a:accent6>
        <a:srgbClr val="000000"/>
      </a:accent6>
      <a:hlink>
        <a:srgbClr val="ff3c1c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Black History Month by Slidesgo">
  <a:themeElements>
    <a:clrScheme name="Simple Light">
      <a:dk1>
        <a:srgbClr val="f1f1f1"/>
      </a:dk1>
      <a:lt1>
        <a:srgbClr val="000000"/>
      </a:lt1>
      <a:dk2>
        <a:srgbClr val="f1f1f1"/>
      </a:dk2>
      <a:lt2>
        <a:srgbClr val="ff3c1c"/>
      </a:lt2>
      <a:accent1>
        <a:srgbClr val="f1f1f1"/>
      </a:accent1>
      <a:accent2>
        <a:srgbClr val="ff3c1c"/>
      </a:accent2>
      <a:accent3>
        <a:srgbClr val="000000"/>
      </a:accent3>
      <a:accent4>
        <a:srgbClr val="ff3c1c"/>
      </a:accent4>
      <a:accent5>
        <a:srgbClr val="f1f1f1"/>
      </a:accent5>
      <a:accent6>
        <a:srgbClr val="000000"/>
      </a:accent6>
      <a:hlink>
        <a:srgbClr val="ff3c1c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Black History Month by Slidesgo">
  <a:themeElements>
    <a:clrScheme name="Simple Light">
      <a:dk1>
        <a:srgbClr val="f1f1f1"/>
      </a:dk1>
      <a:lt1>
        <a:srgbClr val="000000"/>
      </a:lt1>
      <a:dk2>
        <a:srgbClr val="f1f1f1"/>
      </a:dk2>
      <a:lt2>
        <a:srgbClr val="ff3c1c"/>
      </a:lt2>
      <a:accent1>
        <a:srgbClr val="f1f1f1"/>
      </a:accent1>
      <a:accent2>
        <a:srgbClr val="ff3c1c"/>
      </a:accent2>
      <a:accent3>
        <a:srgbClr val="000000"/>
      </a:accent3>
      <a:accent4>
        <a:srgbClr val="ff3c1c"/>
      </a:accent4>
      <a:accent5>
        <a:srgbClr val="f1f1f1"/>
      </a:accent5>
      <a:accent6>
        <a:srgbClr val="000000"/>
      </a:accent6>
      <a:hlink>
        <a:srgbClr val="ff3c1c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Black History Month by Slidesgo">
  <a:themeElements>
    <a:clrScheme name="Simple Light">
      <a:dk1>
        <a:srgbClr val="f1f1f1"/>
      </a:dk1>
      <a:lt1>
        <a:srgbClr val="000000"/>
      </a:lt1>
      <a:dk2>
        <a:srgbClr val="f1f1f1"/>
      </a:dk2>
      <a:lt2>
        <a:srgbClr val="ff3c1c"/>
      </a:lt2>
      <a:accent1>
        <a:srgbClr val="f1f1f1"/>
      </a:accent1>
      <a:accent2>
        <a:srgbClr val="ff3c1c"/>
      </a:accent2>
      <a:accent3>
        <a:srgbClr val="000000"/>
      </a:accent3>
      <a:accent4>
        <a:srgbClr val="ff3c1c"/>
      </a:accent4>
      <a:accent5>
        <a:srgbClr val="f1f1f1"/>
      </a:accent5>
      <a:accent6>
        <a:srgbClr val="000000"/>
      </a:accent6>
      <a:hlink>
        <a:srgbClr val="ff3c1c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Black History Month by Slidesgo">
  <a:themeElements>
    <a:clrScheme name="Simple Light">
      <a:dk1>
        <a:srgbClr val="f1f1f1"/>
      </a:dk1>
      <a:lt1>
        <a:srgbClr val="000000"/>
      </a:lt1>
      <a:dk2>
        <a:srgbClr val="f1f1f1"/>
      </a:dk2>
      <a:lt2>
        <a:srgbClr val="ff3c1c"/>
      </a:lt2>
      <a:accent1>
        <a:srgbClr val="f1f1f1"/>
      </a:accent1>
      <a:accent2>
        <a:srgbClr val="ff3c1c"/>
      </a:accent2>
      <a:accent3>
        <a:srgbClr val="000000"/>
      </a:accent3>
      <a:accent4>
        <a:srgbClr val="ff3c1c"/>
      </a:accent4>
      <a:accent5>
        <a:srgbClr val="f1f1f1"/>
      </a:accent5>
      <a:accent6>
        <a:srgbClr val="000000"/>
      </a:accent6>
      <a:hlink>
        <a:srgbClr val="ff3c1c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Black History Month by Slidesgo">
  <a:themeElements>
    <a:clrScheme name="Simple Light">
      <a:dk1>
        <a:srgbClr val="f1f1f1"/>
      </a:dk1>
      <a:lt1>
        <a:srgbClr val="000000"/>
      </a:lt1>
      <a:dk2>
        <a:srgbClr val="f1f1f1"/>
      </a:dk2>
      <a:lt2>
        <a:srgbClr val="ff3c1c"/>
      </a:lt2>
      <a:accent1>
        <a:srgbClr val="f1f1f1"/>
      </a:accent1>
      <a:accent2>
        <a:srgbClr val="ff3c1c"/>
      </a:accent2>
      <a:accent3>
        <a:srgbClr val="000000"/>
      </a:accent3>
      <a:accent4>
        <a:srgbClr val="ff3c1c"/>
      </a:accent4>
      <a:accent5>
        <a:srgbClr val="f1f1f1"/>
      </a:accent5>
      <a:accent6>
        <a:srgbClr val="000000"/>
      </a:accent6>
      <a:hlink>
        <a:srgbClr val="ff3c1c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325</TotalTime>
  <Application>LibreOffice/24.2.0.3$Linux_X86_64 LibreOffice_project/420$Build-3</Application>
  <AppVersion>15.0000</AppVersion>
  <Words>176</Words>
  <Paragraphs>55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2024-08-20T22:38:12Z</dcterms:modified>
  <cp:revision>10</cp:revision>
  <dc:subject/>
  <dc:title>BLACK HISTORY MONTH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</vt:i4>
  </property>
  <property fmtid="{D5CDD505-2E9C-101B-9397-08002B2CF9AE}" pid="3" name="PresentationFormat">
    <vt:lpwstr>On-screen Show (16:9)</vt:lpwstr>
  </property>
  <property fmtid="{D5CDD505-2E9C-101B-9397-08002B2CF9AE}" pid="4" name="Slides">
    <vt:i4>7</vt:i4>
  </property>
</Properties>
</file>